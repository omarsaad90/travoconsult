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  <p:sldMasterId id="2147483657" r:id="rId3"/>
  </p:sldMasterIdLst>
  <p:notesMasterIdLst>
    <p:notesMasterId r:id="rId52"/>
  </p:notesMasterIdLst>
  <p:sldIdLst>
    <p:sldId id="256" r:id="rId4"/>
    <p:sldId id="5007" r:id="rId5"/>
    <p:sldId id="5009" r:id="rId6"/>
    <p:sldId id="5010" r:id="rId7"/>
    <p:sldId id="5011" r:id="rId8"/>
    <p:sldId id="4999" r:id="rId9"/>
    <p:sldId id="5025" r:id="rId10"/>
    <p:sldId id="5033" r:id="rId11"/>
    <p:sldId id="5036" r:id="rId12"/>
    <p:sldId id="5034" r:id="rId13"/>
    <p:sldId id="5029" r:id="rId14"/>
    <p:sldId id="5026" r:id="rId15"/>
    <p:sldId id="5028" r:id="rId16"/>
    <p:sldId id="4994" r:id="rId17"/>
    <p:sldId id="5023" r:id="rId18"/>
    <p:sldId id="5024" r:id="rId19"/>
    <p:sldId id="4831" r:id="rId20"/>
    <p:sldId id="5041" r:id="rId21"/>
    <p:sldId id="5030" r:id="rId22"/>
    <p:sldId id="5031" r:id="rId23"/>
    <p:sldId id="5032" r:id="rId24"/>
    <p:sldId id="5042" r:id="rId25"/>
    <p:sldId id="5037" r:id="rId26"/>
    <p:sldId id="5038" r:id="rId27"/>
    <p:sldId id="5039" r:id="rId28"/>
    <p:sldId id="5040" r:id="rId29"/>
    <p:sldId id="5006" r:id="rId30"/>
    <p:sldId id="264" r:id="rId31"/>
    <p:sldId id="4987" r:id="rId32"/>
    <p:sldId id="266" r:id="rId33"/>
    <p:sldId id="5017" r:id="rId34"/>
    <p:sldId id="5005" r:id="rId35"/>
    <p:sldId id="5019" r:id="rId36"/>
    <p:sldId id="5020" r:id="rId37"/>
    <p:sldId id="5021" r:id="rId38"/>
    <p:sldId id="5022" r:id="rId39"/>
    <p:sldId id="5012" r:id="rId40"/>
    <p:sldId id="5013" r:id="rId41"/>
    <p:sldId id="5014" r:id="rId42"/>
    <p:sldId id="259" r:id="rId43"/>
    <p:sldId id="260" r:id="rId44"/>
    <p:sldId id="261" r:id="rId45"/>
    <p:sldId id="262" r:id="rId46"/>
    <p:sldId id="263" r:id="rId47"/>
    <p:sldId id="5015" r:id="rId48"/>
    <p:sldId id="265" r:id="rId49"/>
    <p:sldId id="5016" r:id="rId50"/>
    <p:sldId id="268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D2CF"/>
    <a:srgbClr val="FFFFFF"/>
    <a:srgbClr val="FFB9BB"/>
    <a:srgbClr val="FEEFEB"/>
    <a:srgbClr val="C5ECFE"/>
    <a:srgbClr val="FF5B5E"/>
    <a:srgbClr val="59D1CE"/>
    <a:srgbClr val="000000"/>
    <a:srgbClr val="54D1CC"/>
    <a:srgbClr val="2C52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011BD-EBD7-4B3F-845F-CDD103687614}" v="16" dt="2026-07-21T15:14:39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2072" y="1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microsoft.com/office/2016/11/relationships/changesInfo" Target="changesInfos/changesInfo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im Karam" userId="1970e4b4b05ebe0b" providerId="LiveId" clId="{0F60777D-36D5-46A6-B181-49843D31D85B}"/>
    <pc:docChg chg="undo custSel addSld modSld">
      <pc:chgData name="Karim Karam" userId="1970e4b4b05ebe0b" providerId="LiveId" clId="{0F60777D-36D5-46A6-B181-49843D31D85B}" dt="2026-07-21T23:23:41.266" v="373" actId="962"/>
      <pc:docMkLst>
        <pc:docMk/>
      </pc:docMkLst>
      <pc:sldChg chg="modSp mod">
        <pc:chgData name="Karim Karam" userId="1970e4b4b05ebe0b" providerId="LiveId" clId="{0F60777D-36D5-46A6-B181-49843D31D85B}" dt="2026-07-16T22:32:04.605" v="1" actId="207"/>
        <pc:sldMkLst>
          <pc:docMk/>
          <pc:sldMk cId="1568747464" sldId="4831"/>
        </pc:sldMkLst>
        <pc:spChg chg="mod">
          <ac:chgData name="Karim Karam" userId="1970e4b4b05ebe0b" providerId="LiveId" clId="{0F60777D-36D5-46A6-B181-49843D31D85B}" dt="2026-07-16T22:32:04.605" v="1" actId="207"/>
          <ac:spMkLst>
            <pc:docMk/>
            <pc:sldMk cId="1568747464" sldId="4831"/>
            <ac:spMk id="3" creationId="{40D5E58B-9C41-8274-727C-7B8A5D7B010B}"/>
          </ac:spMkLst>
        </pc:spChg>
        <pc:spChg chg="mod">
          <ac:chgData name="Karim Karam" userId="1970e4b4b05ebe0b" providerId="LiveId" clId="{0F60777D-36D5-46A6-B181-49843D31D85B}" dt="2026-07-16T22:32:04.605" v="1" actId="207"/>
          <ac:spMkLst>
            <pc:docMk/>
            <pc:sldMk cId="1568747464" sldId="4831"/>
            <ac:spMk id="5" creationId="{15F878E8-DDE8-0A44-142A-EA3DE4424640}"/>
          </ac:spMkLst>
        </pc:spChg>
        <pc:spChg chg="mod">
          <ac:chgData name="Karim Karam" userId="1970e4b4b05ebe0b" providerId="LiveId" clId="{0F60777D-36D5-46A6-B181-49843D31D85B}" dt="2026-07-16T22:32:02.728" v="0" actId="207"/>
          <ac:spMkLst>
            <pc:docMk/>
            <pc:sldMk cId="1568747464" sldId="4831"/>
            <ac:spMk id="6" creationId="{CDFDC467-9A90-21FE-F151-8437C1791DBC}"/>
          </ac:spMkLst>
        </pc:spChg>
        <pc:spChg chg="mod">
          <ac:chgData name="Karim Karam" userId="1970e4b4b05ebe0b" providerId="LiveId" clId="{0F60777D-36D5-46A6-B181-49843D31D85B}" dt="2026-07-16T22:32:04.605" v="1" actId="207"/>
          <ac:spMkLst>
            <pc:docMk/>
            <pc:sldMk cId="1568747464" sldId="4831"/>
            <ac:spMk id="8" creationId="{22EB1335-600A-4DD5-D524-D1E840186F67}"/>
          </ac:spMkLst>
        </pc:spChg>
        <pc:spChg chg="mod">
          <ac:chgData name="Karim Karam" userId="1970e4b4b05ebe0b" providerId="LiveId" clId="{0F60777D-36D5-46A6-B181-49843D31D85B}" dt="2026-07-16T22:32:02.728" v="0" actId="207"/>
          <ac:spMkLst>
            <pc:docMk/>
            <pc:sldMk cId="1568747464" sldId="4831"/>
            <ac:spMk id="10" creationId="{1558C08A-8559-82EE-D074-4E0007446184}"/>
          </ac:spMkLst>
        </pc:spChg>
        <pc:spChg chg="mod">
          <ac:chgData name="Karim Karam" userId="1970e4b4b05ebe0b" providerId="LiveId" clId="{0F60777D-36D5-46A6-B181-49843D31D85B}" dt="2026-07-16T22:32:04.605" v="1" actId="207"/>
          <ac:spMkLst>
            <pc:docMk/>
            <pc:sldMk cId="1568747464" sldId="4831"/>
            <ac:spMk id="11" creationId="{BAC9BBE6-671F-749A-6273-CEC60A21A1E8}"/>
          </ac:spMkLst>
        </pc:spChg>
        <pc:spChg chg="mod">
          <ac:chgData name="Karim Karam" userId="1970e4b4b05ebe0b" providerId="LiveId" clId="{0F60777D-36D5-46A6-B181-49843D31D85B}" dt="2026-07-16T22:32:04.605" v="1" actId="207"/>
          <ac:spMkLst>
            <pc:docMk/>
            <pc:sldMk cId="1568747464" sldId="4831"/>
            <ac:spMk id="12" creationId="{09B3170A-2942-EFBB-C633-5329644C47A1}"/>
          </ac:spMkLst>
        </pc:spChg>
        <pc:spChg chg="mod">
          <ac:chgData name="Karim Karam" userId="1970e4b4b05ebe0b" providerId="LiveId" clId="{0F60777D-36D5-46A6-B181-49843D31D85B}" dt="2026-07-16T22:32:02.728" v="0" actId="207"/>
          <ac:spMkLst>
            <pc:docMk/>
            <pc:sldMk cId="1568747464" sldId="4831"/>
            <ac:spMk id="13" creationId="{10A7353A-D336-E9A3-C189-9702623649D2}"/>
          </ac:spMkLst>
        </pc:spChg>
        <pc:spChg chg="mod">
          <ac:chgData name="Karim Karam" userId="1970e4b4b05ebe0b" providerId="LiveId" clId="{0F60777D-36D5-46A6-B181-49843D31D85B}" dt="2026-07-16T22:32:02.728" v="0" actId="207"/>
          <ac:spMkLst>
            <pc:docMk/>
            <pc:sldMk cId="1568747464" sldId="4831"/>
            <ac:spMk id="15" creationId="{FD61887B-6CBA-C4FB-D4D5-15F959D90E51}"/>
          </ac:spMkLst>
        </pc:spChg>
        <pc:spChg chg="mod">
          <ac:chgData name="Karim Karam" userId="1970e4b4b05ebe0b" providerId="LiveId" clId="{0F60777D-36D5-46A6-B181-49843D31D85B}" dt="2026-07-16T22:32:04.605" v="1" actId="207"/>
          <ac:spMkLst>
            <pc:docMk/>
            <pc:sldMk cId="1568747464" sldId="4831"/>
            <ac:spMk id="16" creationId="{DDEE078D-06E4-816D-F98F-3EBF20F8E751}"/>
          </ac:spMkLst>
        </pc:spChg>
        <pc:spChg chg="mod">
          <ac:chgData name="Karim Karam" userId="1970e4b4b05ebe0b" providerId="LiveId" clId="{0F60777D-36D5-46A6-B181-49843D31D85B}" dt="2026-07-16T22:32:04.605" v="1" actId="207"/>
          <ac:spMkLst>
            <pc:docMk/>
            <pc:sldMk cId="1568747464" sldId="4831"/>
            <ac:spMk id="17" creationId="{10320305-50A4-5BCC-8F29-6C1FB7D7BBC7}"/>
          </ac:spMkLst>
        </pc:spChg>
        <pc:spChg chg="mod">
          <ac:chgData name="Karim Karam" userId="1970e4b4b05ebe0b" providerId="LiveId" clId="{0F60777D-36D5-46A6-B181-49843D31D85B}" dt="2026-07-16T22:32:04.605" v="1" actId="207"/>
          <ac:spMkLst>
            <pc:docMk/>
            <pc:sldMk cId="1568747464" sldId="4831"/>
            <ac:spMk id="18" creationId="{54FFD9CD-D8E9-FD1D-41EF-6AA9BCF33DC7}"/>
          </ac:spMkLst>
        </pc:spChg>
        <pc:spChg chg="mod">
          <ac:chgData name="Karim Karam" userId="1970e4b4b05ebe0b" providerId="LiveId" clId="{0F60777D-36D5-46A6-B181-49843D31D85B}" dt="2026-07-16T22:32:02.728" v="0" actId="207"/>
          <ac:spMkLst>
            <pc:docMk/>
            <pc:sldMk cId="1568747464" sldId="4831"/>
            <ac:spMk id="19" creationId="{14503771-B1B5-DCA2-3EEF-739406693868}"/>
          </ac:spMkLst>
        </pc:spChg>
        <pc:spChg chg="mod">
          <ac:chgData name="Karim Karam" userId="1970e4b4b05ebe0b" providerId="LiveId" clId="{0F60777D-36D5-46A6-B181-49843D31D85B}" dt="2026-07-16T22:32:02.728" v="0" actId="207"/>
          <ac:spMkLst>
            <pc:docMk/>
            <pc:sldMk cId="1568747464" sldId="4831"/>
            <ac:spMk id="21" creationId="{719FB124-4ABB-62CF-A5BB-4F4338C847DF}"/>
          </ac:spMkLst>
        </pc:spChg>
        <pc:spChg chg="mod">
          <ac:chgData name="Karim Karam" userId="1970e4b4b05ebe0b" providerId="LiveId" clId="{0F60777D-36D5-46A6-B181-49843D31D85B}" dt="2026-07-16T22:32:04.605" v="1" actId="207"/>
          <ac:spMkLst>
            <pc:docMk/>
            <pc:sldMk cId="1568747464" sldId="4831"/>
            <ac:spMk id="22" creationId="{5BDD3C0D-27D8-26B8-0FFC-116E8CB54DF4}"/>
          </ac:spMkLst>
        </pc:spChg>
        <pc:spChg chg="mod">
          <ac:chgData name="Karim Karam" userId="1970e4b4b05ebe0b" providerId="LiveId" clId="{0F60777D-36D5-46A6-B181-49843D31D85B}" dt="2026-07-16T22:32:04.605" v="1" actId="207"/>
          <ac:spMkLst>
            <pc:docMk/>
            <pc:sldMk cId="1568747464" sldId="4831"/>
            <ac:spMk id="23" creationId="{5A64F1C5-DEB0-F99C-EE79-B08EF33F17C2}"/>
          </ac:spMkLst>
        </pc:spChg>
      </pc:sldChg>
      <pc:sldChg chg="addSp delSp modSp mod">
        <pc:chgData name="Karim Karam" userId="1970e4b4b05ebe0b" providerId="LiveId" clId="{0F60777D-36D5-46A6-B181-49843D31D85B}" dt="2026-07-16T23:17:57.388" v="11" actId="478"/>
        <pc:sldMkLst>
          <pc:docMk/>
          <pc:sldMk cId="3754969220" sldId="4999"/>
        </pc:sldMkLst>
      </pc:sldChg>
      <pc:sldChg chg="addSp modSp mod">
        <pc:chgData name="Karim Karam" userId="1970e4b4b05ebe0b" providerId="LiveId" clId="{0F60777D-36D5-46A6-B181-49843D31D85B}" dt="2026-07-16T22:32:38.177" v="8" actId="1076"/>
        <pc:sldMkLst>
          <pc:docMk/>
          <pc:sldMk cId="2339543890" sldId="5034"/>
        </pc:sldMkLst>
        <pc:spChg chg="mod">
          <ac:chgData name="Karim Karam" userId="1970e4b4b05ebe0b" providerId="LiveId" clId="{0F60777D-36D5-46A6-B181-49843D31D85B}" dt="2026-07-16T22:32:24.434" v="5" actId="164"/>
          <ac:spMkLst>
            <pc:docMk/>
            <pc:sldMk cId="2339543890" sldId="5034"/>
            <ac:spMk id="27" creationId="{92FAF72B-F6BA-1A3E-D1D8-BDF04D163A78}"/>
          </ac:spMkLst>
        </pc:spChg>
        <pc:spChg chg="mod">
          <ac:chgData name="Karim Karam" userId="1970e4b4b05ebe0b" providerId="LiveId" clId="{0F60777D-36D5-46A6-B181-49843D31D85B}" dt="2026-07-16T22:32:24.434" v="5" actId="164"/>
          <ac:spMkLst>
            <pc:docMk/>
            <pc:sldMk cId="2339543890" sldId="5034"/>
            <ac:spMk id="31" creationId="{3A94C663-AE0F-5631-12DE-141B5DF4892C}"/>
          </ac:spMkLst>
        </pc:spChg>
        <pc:spChg chg="mod">
          <ac:chgData name="Karim Karam" userId="1970e4b4b05ebe0b" providerId="LiveId" clId="{0F60777D-36D5-46A6-B181-49843D31D85B}" dt="2026-07-16T22:32:24.434" v="5" actId="164"/>
          <ac:spMkLst>
            <pc:docMk/>
            <pc:sldMk cId="2339543890" sldId="5034"/>
            <ac:spMk id="34" creationId="{300DCCBB-169A-8EF6-E4A6-D20B4575FF01}"/>
          </ac:spMkLst>
        </pc:spChg>
        <pc:spChg chg="mod">
          <ac:chgData name="Karim Karam" userId="1970e4b4b05ebe0b" providerId="LiveId" clId="{0F60777D-36D5-46A6-B181-49843D31D85B}" dt="2026-07-16T22:32:24.434" v="5" actId="164"/>
          <ac:spMkLst>
            <pc:docMk/>
            <pc:sldMk cId="2339543890" sldId="5034"/>
            <ac:spMk id="35" creationId="{778EC55D-DF8E-60E1-8604-D946EA18A2F2}"/>
          </ac:spMkLst>
        </pc:spChg>
        <pc:spChg chg="mod">
          <ac:chgData name="Karim Karam" userId="1970e4b4b05ebe0b" providerId="LiveId" clId="{0F60777D-36D5-46A6-B181-49843D31D85B}" dt="2026-07-16T22:32:24.434" v="5" actId="164"/>
          <ac:spMkLst>
            <pc:docMk/>
            <pc:sldMk cId="2339543890" sldId="5034"/>
            <ac:spMk id="38" creationId="{58C24413-81A2-0265-4139-B0C26AE61270}"/>
          </ac:spMkLst>
        </pc:spChg>
        <pc:spChg chg="mod">
          <ac:chgData name="Karim Karam" userId="1970e4b4b05ebe0b" providerId="LiveId" clId="{0F60777D-36D5-46A6-B181-49843D31D85B}" dt="2026-07-16T22:32:24.434" v="5" actId="164"/>
          <ac:spMkLst>
            <pc:docMk/>
            <pc:sldMk cId="2339543890" sldId="5034"/>
            <ac:spMk id="40" creationId="{4D10E7DB-8842-BC22-E4D6-2AECCF1C0375}"/>
          </ac:spMkLst>
        </pc:spChg>
        <pc:spChg chg="mod">
          <ac:chgData name="Karim Karam" userId="1970e4b4b05ebe0b" providerId="LiveId" clId="{0F60777D-36D5-46A6-B181-49843D31D85B}" dt="2026-07-16T22:32:24.434" v="5" actId="164"/>
          <ac:spMkLst>
            <pc:docMk/>
            <pc:sldMk cId="2339543890" sldId="5034"/>
            <ac:spMk id="41" creationId="{1FB70076-505E-9B70-39A2-E58C5780B568}"/>
          </ac:spMkLst>
        </pc:spChg>
        <pc:spChg chg="mod">
          <ac:chgData name="Karim Karam" userId="1970e4b4b05ebe0b" providerId="LiveId" clId="{0F60777D-36D5-46A6-B181-49843D31D85B}" dt="2026-07-16T22:32:24.434" v="5" actId="164"/>
          <ac:spMkLst>
            <pc:docMk/>
            <pc:sldMk cId="2339543890" sldId="5034"/>
            <ac:spMk id="43" creationId="{9C655923-CDD0-B814-2E4B-080968D0CC1B}"/>
          </ac:spMkLst>
        </pc:spChg>
        <pc:spChg chg="mod">
          <ac:chgData name="Karim Karam" userId="1970e4b4b05ebe0b" providerId="LiveId" clId="{0F60777D-36D5-46A6-B181-49843D31D85B}" dt="2026-07-16T22:32:24.434" v="5" actId="164"/>
          <ac:spMkLst>
            <pc:docMk/>
            <pc:sldMk cId="2339543890" sldId="5034"/>
            <ac:spMk id="45" creationId="{9A9C204A-5D5A-DC1B-E131-3037F1F00757}"/>
          </ac:spMkLst>
        </pc:spChg>
        <pc:spChg chg="mod">
          <ac:chgData name="Karim Karam" userId="1970e4b4b05ebe0b" providerId="LiveId" clId="{0F60777D-36D5-46A6-B181-49843D31D85B}" dt="2026-07-16T22:32:24.434" v="5" actId="164"/>
          <ac:spMkLst>
            <pc:docMk/>
            <pc:sldMk cId="2339543890" sldId="5034"/>
            <ac:spMk id="48" creationId="{40F7B16B-2B99-9359-A19D-6775A01E2134}"/>
          </ac:spMkLst>
        </pc:spChg>
        <pc:grpChg chg="mod">
          <ac:chgData name="Karim Karam" userId="1970e4b4b05ebe0b" providerId="LiveId" clId="{0F60777D-36D5-46A6-B181-49843D31D85B}" dt="2026-07-16T22:32:38.177" v="8" actId="1076"/>
          <ac:grpSpMkLst>
            <pc:docMk/>
            <pc:sldMk cId="2339543890" sldId="5034"/>
            <ac:grpSpMk id="2" creationId="{91781156-80A4-AAB2-4D9B-0A4EBDB1FAF5}"/>
          </ac:grpSpMkLst>
        </pc:grpChg>
      </pc:sldChg>
      <pc:sldChg chg="addSp modSp new mod">
        <pc:chgData name="Karim Karam" userId="1970e4b4b05ebe0b" providerId="LiveId" clId="{0F60777D-36D5-46A6-B181-49843D31D85B}" dt="2026-07-21T23:23:41.266" v="373" actId="962"/>
        <pc:sldMkLst>
          <pc:docMk/>
          <pc:sldMk cId="55056128" sldId="5037"/>
        </pc:sldMkLst>
        <pc:spChg chg="add mod">
          <ac:chgData name="Karim Karam" userId="1970e4b4b05ebe0b" providerId="LiveId" clId="{0F60777D-36D5-46A6-B181-49843D31D85B}" dt="2026-07-20T20:54:22.336" v="16" actId="207"/>
          <ac:spMkLst>
            <pc:docMk/>
            <pc:sldMk cId="55056128" sldId="5037"/>
            <ac:spMk id="3" creationId="{D267BD1A-C536-4538-302C-9C3ED4C2AA03}"/>
          </ac:spMkLst>
        </pc:spChg>
        <pc:spChg chg="mod">
          <ac:chgData name="Karim Karam" userId="1970e4b4b05ebe0b" providerId="LiveId" clId="{0F60777D-36D5-46A6-B181-49843D31D85B}" dt="2026-07-20T20:54:14.616" v="15" actId="207"/>
          <ac:spMkLst>
            <pc:docMk/>
            <pc:sldMk cId="55056128" sldId="5037"/>
            <ac:spMk id="5" creationId="{D304C68C-1346-FB7F-E66D-EBAC44E58A04}"/>
          </ac:spMkLst>
        </pc:spChg>
        <pc:spChg chg="mod">
          <ac:chgData name="Karim Karam" userId="1970e4b4b05ebe0b" providerId="LiveId" clId="{0F60777D-36D5-46A6-B181-49843D31D85B}" dt="2026-07-20T20:54:14.616" v="15" actId="207"/>
          <ac:spMkLst>
            <pc:docMk/>
            <pc:sldMk cId="55056128" sldId="5037"/>
            <ac:spMk id="7" creationId="{BE115173-CF00-EFBE-9F3E-E3CD6984CD8D}"/>
          </ac:spMkLst>
        </pc:spChg>
        <pc:spChg chg="add mod">
          <ac:chgData name="Karim Karam" userId="1970e4b4b05ebe0b" providerId="LiveId" clId="{0F60777D-36D5-46A6-B181-49843D31D85B}" dt="2026-07-20T20:54:05.652" v="14" actId="1076"/>
          <ac:spMkLst>
            <pc:docMk/>
            <pc:sldMk cId="55056128" sldId="5037"/>
            <ac:spMk id="9" creationId="{FAD64E5D-9CF1-AEB9-8C35-C90BA14CACC9}"/>
          </ac:spMkLst>
        </pc:spChg>
        <pc:spChg chg="mod">
          <ac:chgData name="Karim Karam" userId="1970e4b4b05ebe0b" providerId="LiveId" clId="{0F60777D-36D5-46A6-B181-49843D31D85B}" dt="2026-07-20T20:54:35.752" v="17" actId="207"/>
          <ac:spMkLst>
            <pc:docMk/>
            <pc:sldMk cId="55056128" sldId="5037"/>
            <ac:spMk id="13" creationId="{A0E0FDD2-7EEC-00EF-1D18-ACFF72C04250}"/>
          </ac:spMkLst>
        </pc:spChg>
        <pc:spChg chg="mod">
          <ac:chgData name="Karim Karam" userId="1970e4b4b05ebe0b" providerId="LiveId" clId="{0F60777D-36D5-46A6-B181-49843D31D85B}" dt="2026-07-20T20:54:45.819" v="18" actId="207"/>
          <ac:spMkLst>
            <pc:docMk/>
            <pc:sldMk cId="55056128" sldId="5037"/>
            <ac:spMk id="15" creationId="{ED4CDC28-F602-1866-4A92-6D737291E799}"/>
          </ac:spMkLst>
        </pc:spChg>
        <pc:spChg chg="add mod">
          <ac:chgData name="Karim Karam" userId="1970e4b4b05ebe0b" providerId="LiveId" clId="{0F60777D-36D5-46A6-B181-49843D31D85B}" dt="2026-07-20T20:54:14.616" v="15" actId="207"/>
          <ac:spMkLst>
            <pc:docMk/>
            <pc:sldMk cId="55056128" sldId="5037"/>
            <ac:spMk id="17" creationId="{43F7D2C1-EC79-D167-333F-AB210CC295C1}"/>
          </ac:spMkLst>
        </pc:spChg>
        <pc:spChg chg="add mod">
          <ac:chgData name="Karim Karam" userId="1970e4b4b05ebe0b" providerId="LiveId" clId="{0F60777D-36D5-46A6-B181-49843D31D85B}" dt="2026-07-20T20:54:35.752" v="17" actId="207"/>
          <ac:spMkLst>
            <pc:docMk/>
            <pc:sldMk cId="55056128" sldId="5037"/>
            <ac:spMk id="19" creationId="{F92F8A98-04BA-9372-BAB1-00DC9DABA52F}"/>
          </ac:spMkLst>
        </pc:spChg>
        <pc:spChg chg="mod">
          <ac:chgData name="Karim Karam" userId="1970e4b4b05ebe0b" providerId="LiveId" clId="{0F60777D-36D5-46A6-B181-49843D31D85B}" dt="2026-07-20T20:54:35.752" v="17" actId="207"/>
          <ac:spMkLst>
            <pc:docMk/>
            <pc:sldMk cId="55056128" sldId="5037"/>
            <ac:spMk id="21" creationId="{592A7B83-02E7-0C8E-FABA-4E8A18A87C95}"/>
          </ac:spMkLst>
        </pc:spChg>
        <pc:spChg chg="add mod">
          <ac:chgData name="Karim Karam" userId="1970e4b4b05ebe0b" providerId="LiveId" clId="{0F60777D-36D5-46A6-B181-49843D31D85B}" dt="2026-07-20T20:54:22.336" v="16" actId="207"/>
          <ac:spMkLst>
            <pc:docMk/>
            <pc:sldMk cId="55056128" sldId="5037"/>
            <ac:spMk id="23" creationId="{A045E71A-0D88-24BA-E659-821A0E09348B}"/>
          </ac:spMkLst>
        </pc:spChg>
        <pc:spChg chg="add mod">
          <ac:chgData name="Karim Karam" userId="1970e4b4b05ebe0b" providerId="LiveId" clId="{0F60777D-36D5-46A6-B181-49843D31D85B}" dt="2026-07-20T20:54:48.957" v="19" actId="207"/>
          <ac:spMkLst>
            <pc:docMk/>
            <pc:sldMk cId="55056128" sldId="5037"/>
            <ac:spMk id="25" creationId="{2D3BACE9-4FCF-5201-4AE3-CA7538BF3483}"/>
          </ac:spMkLst>
        </pc:spChg>
        <pc:spChg chg="add mod">
          <ac:chgData name="Karim Karam" userId="1970e4b4b05ebe0b" providerId="LiveId" clId="{0F60777D-36D5-46A6-B181-49843D31D85B}" dt="2026-07-20T20:54:05.652" v="14" actId="1076"/>
          <ac:spMkLst>
            <pc:docMk/>
            <pc:sldMk cId="55056128" sldId="5037"/>
            <ac:spMk id="29" creationId="{F05669A8-64B6-3D53-23B0-22291E3398FD}"/>
          </ac:spMkLst>
        </pc:spChg>
        <pc:spChg chg="add mod">
          <ac:chgData name="Karim Karam" userId="1970e4b4b05ebe0b" providerId="LiveId" clId="{0F60777D-36D5-46A6-B181-49843D31D85B}" dt="2026-07-20T20:54:35.752" v="17" actId="207"/>
          <ac:spMkLst>
            <pc:docMk/>
            <pc:sldMk cId="55056128" sldId="5037"/>
            <ac:spMk id="31" creationId="{CA74BC2D-CC92-F45E-7BA5-F5983E3B9CB8}"/>
          </ac:spMkLst>
        </pc:spChg>
        <pc:spChg chg="add mod">
          <ac:chgData name="Karim Karam" userId="1970e4b4b05ebe0b" providerId="LiveId" clId="{0F60777D-36D5-46A6-B181-49843D31D85B}" dt="2026-07-20T20:54:35.752" v="17" actId="207"/>
          <ac:spMkLst>
            <pc:docMk/>
            <pc:sldMk cId="55056128" sldId="5037"/>
            <ac:spMk id="33" creationId="{CBE717CE-A2BB-507A-F47C-06552B0D744D}"/>
          </ac:spMkLst>
        </pc:spChg>
        <pc:spChg chg="mod">
          <ac:chgData name="Karim Karam" userId="1970e4b4b05ebe0b" providerId="LiveId" clId="{0F60777D-36D5-46A6-B181-49843D31D85B}" dt="2026-07-20T20:54:35.752" v="17" actId="207"/>
          <ac:spMkLst>
            <pc:docMk/>
            <pc:sldMk cId="55056128" sldId="5037"/>
            <ac:spMk id="39" creationId="{F3BB9EA5-D480-2791-9E1A-BDC78299DAB8}"/>
          </ac:spMkLst>
        </pc:spChg>
        <pc:spChg chg="mod">
          <ac:chgData name="Karim Karam" userId="1970e4b4b05ebe0b" providerId="LiveId" clId="{0F60777D-36D5-46A6-B181-49843D31D85B}" dt="2026-07-20T20:54:35.752" v="17" actId="207"/>
          <ac:spMkLst>
            <pc:docMk/>
            <pc:sldMk cId="55056128" sldId="5037"/>
            <ac:spMk id="41" creationId="{89C806D1-EDA0-F376-97CD-CFB4DA460B56}"/>
          </ac:spMkLst>
        </pc:spChg>
        <pc:spChg chg="add mod">
          <ac:chgData name="Karim Karam" userId="1970e4b4b05ebe0b" providerId="LiveId" clId="{0F60777D-36D5-46A6-B181-49843D31D85B}" dt="2026-07-20T20:54:35.752" v="17" actId="207"/>
          <ac:spMkLst>
            <pc:docMk/>
            <pc:sldMk cId="55056128" sldId="5037"/>
            <ac:spMk id="43" creationId="{8285A3A7-E2AA-6305-B099-E1D5F2CF5B96}"/>
          </ac:spMkLst>
        </pc:spChg>
        <pc:spChg chg="mod">
          <ac:chgData name="Karim Karam" userId="1970e4b4b05ebe0b" providerId="LiveId" clId="{0F60777D-36D5-46A6-B181-49843D31D85B}" dt="2026-07-20T20:54:35.752" v="17" actId="207"/>
          <ac:spMkLst>
            <pc:docMk/>
            <pc:sldMk cId="55056128" sldId="5037"/>
            <ac:spMk id="45" creationId="{D2E14791-AE23-6853-EF6E-4FA25B304A97}"/>
          </ac:spMkLst>
        </pc:spChg>
        <pc:picChg chg="add mod">
          <ac:chgData name="Karim Karam" userId="1970e4b4b05ebe0b" providerId="LiveId" clId="{0F60777D-36D5-46A6-B181-49843D31D85B}" dt="2026-07-21T23:23:41.266" v="373" actId="962"/>
          <ac:picMkLst>
            <pc:docMk/>
            <pc:sldMk cId="55056128" sldId="5037"/>
            <ac:picMk id="47" creationId="{4B215E23-11A7-1172-F369-00F7D5CBD017}"/>
          </ac:picMkLst>
        </pc:picChg>
      </pc:sldChg>
      <pc:sldChg chg="addSp modSp new mod">
        <pc:chgData name="Karim Karam" userId="1970e4b4b05ebe0b" providerId="LiveId" clId="{0F60777D-36D5-46A6-B181-49843D31D85B}" dt="2026-07-20T21:30:16.750" v="31" actId="1076"/>
        <pc:sldMkLst>
          <pc:docMk/>
          <pc:sldMk cId="3536528463" sldId="5038"/>
        </pc:sldMkLst>
        <pc:spChg chg="add mod">
          <ac:chgData name="Karim Karam" userId="1970e4b4b05ebe0b" providerId="LiveId" clId="{0F60777D-36D5-46A6-B181-49843D31D85B}" dt="2026-07-20T20:55:23.401" v="23" actId="164"/>
          <ac:spMkLst>
            <pc:docMk/>
            <pc:sldMk cId="3536528463" sldId="5038"/>
            <ac:spMk id="3" creationId="{A8230C24-11AC-EE8E-1B29-784E708A3B08}"/>
          </ac:spMkLst>
        </pc:spChg>
        <pc:spChg chg="add mod">
          <ac:chgData name="Karim Karam" userId="1970e4b4b05ebe0b" providerId="LiveId" clId="{0F60777D-36D5-46A6-B181-49843D31D85B}" dt="2026-07-20T20:55:23.401" v="23" actId="164"/>
          <ac:spMkLst>
            <pc:docMk/>
            <pc:sldMk cId="3536528463" sldId="5038"/>
            <ac:spMk id="5" creationId="{2279D8A3-0124-1CFD-5FE2-6E83605665EA}"/>
          </ac:spMkLst>
        </pc:spChg>
        <pc:spChg chg="add mod">
          <ac:chgData name="Karim Karam" userId="1970e4b4b05ebe0b" providerId="LiveId" clId="{0F60777D-36D5-46A6-B181-49843D31D85B}" dt="2026-07-20T20:55:23.401" v="23" actId="164"/>
          <ac:spMkLst>
            <pc:docMk/>
            <pc:sldMk cId="3536528463" sldId="5038"/>
            <ac:spMk id="7" creationId="{9B88CD5C-F535-206E-1088-1F93760F76EE}"/>
          </ac:spMkLst>
        </pc:spChg>
        <pc:spChg chg="add mod">
          <ac:chgData name="Karim Karam" userId="1970e4b4b05ebe0b" providerId="LiveId" clId="{0F60777D-36D5-46A6-B181-49843D31D85B}" dt="2026-07-20T20:55:23.401" v="23" actId="164"/>
          <ac:spMkLst>
            <pc:docMk/>
            <pc:sldMk cId="3536528463" sldId="5038"/>
            <ac:spMk id="11" creationId="{E332F264-7131-429C-EB4C-9C9CB7A9315D}"/>
          </ac:spMkLst>
        </pc:spChg>
        <pc:spChg chg="add mod">
          <ac:chgData name="Karim Karam" userId="1970e4b4b05ebe0b" providerId="LiveId" clId="{0F60777D-36D5-46A6-B181-49843D31D85B}" dt="2026-07-20T20:55:23.401" v="23" actId="164"/>
          <ac:spMkLst>
            <pc:docMk/>
            <pc:sldMk cId="3536528463" sldId="5038"/>
            <ac:spMk id="13" creationId="{7DEC903A-6A8D-A7DE-5A3D-88632A3DD6FE}"/>
          </ac:spMkLst>
        </pc:spChg>
        <pc:spChg chg="add mod">
          <ac:chgData name="Karim Karam" userId="1970e4b4b05ebe0b" providerId="LiveId" clId="{0F60777D-36D5-46A6-B181-49843D31D85B}" dt="2026-07-20T20:55:23.401" v="23" actId="164"/>
          <ac:spMkLst>
            <pc:docMk/>
            <pc:sldMk cId="3536528463" sldId="5038"/>
            <ac:spMk id="17" creationId="{D2CE4EAF-DB79-2DC7-C735-6E7DF6C1FBDD}"/>
          </ac:spMkLst>
        </pc:spChg>
        <pc:spChg chg="add mod">
          <ac:chgData name="Karim Karam" userId="1970e4b4b05ebe0b" providerId="LiveId" clId="{0F60777D-36D5-46A6-B181-49843D31D85B}" dt="2026-07-20T20:55:23.401" v="23" actId="164"/>
          <ac:spMkLst>
            <pc:docMk/>
            <pc:sldMk cId="3536528463" sldId="5038"/>
            <ac:spMk id="25" creationId="{489A069B-8F49-818C-F29B-71B4CEA288C4}"/>
          </ac:spMkLst>
        </pc:spChg>
        <pc:spChg chg="mod">
          <ac:chgData name="Karim Karam" userId="1970e4b4b05ebe0b" providerId="LiveId" clId="{0F60777D-36D5-46A6-B181-49843D31D85B}" dt="2026-07-20T20:56:03.099" v="27" actId="207"/>
          <ac:spMkLst>
            <pc:docMk/>
            <pc:sldMk cId="3536528463" sldId="5038"/>
            <ac:spMk id="27" creationId="{27CF9A24-A92F-076E-07E9-F7D507B30921}"/>
          </ac:spMkLst>
        </pc:spChg>
        <pc:spChg chg="add mod">
          <ac:chgData name="Karim Karam" userId="1970e4b4b05ebe0b" providerId="LiveId" clId="{0F60777D-36D5-46A6-B181-49843D31D85B}" dt="2026-07-20T20:55:23.401" v="23" actId="164"/>
          <ac:spMkLst>
            <pc:docMk/>
            <pc:sldMk cId="3536528463" sldId="5038"/>
            <ac:spMk id="29" creationId="{5FD59EB7-AA9B-317E-F1EF-A6520928B170}"/>
          </ac:spMkLst>
        </pc:spChg>
        <pc:spChg chg="add mod">
          <ac:chgData name="Karim Karam" userId="1970e4b4b05ebe0b" providerId="LiveId" clId="{0F60777D-36D5-46A6-B181-49843D31D85B}" dt="2026-07-20T20:55:23.401" v="23" actId="164"/>
          <ac:spMkLst>
            <pc:docMk/>
            <pc:sldMk cId="3536528463" sldId="5038"/>
            <ac:spMk id="35" creationId="{EC810F38-4863-4934-0C2B-70BE59A8E4D5}"/>
          </ac:spMkLst>
        </pc:spChg>
        <pc:spChg chg="add mod">
          <ac:chgData name="Karim Karam" userId="1970e4b4b05ebe0b" providerId="LiveId" clId="{0F60777D-36D5-46A6-B181-49843D31D85B}" dt="2026-07-20T20:55:23.401" v="23" actId="164"/>
          <ac:spMkLst>
            <pc:docMk/>
            <pc:sldMk cId="3536528463" sldId="5038"/>
            <ac:spMk id="41" creationId="{79C8A75F-3C49-620D-12D4-48D6C5446134}"/>
          </ac:spMkLst>
        </pc:spChg>
        <pc:grpChg chg="mod">
          <ac:chgData name="Karim Karam" userId="1970e4b4b05ebe0b" providerId="LiveId" clId="{0F60777D-36D5-46A6-B181-49843D31D85B}" dt="2026-07-20T21:07:28.720" v="30" actId="962"/>
          <ac:grpSpMkLst>
            <pc:docMk/>
            <pc:sldMk cId="3536528463" sldId="5038"/>
            <ac:grpSpMk id="46" creationId="{9B9AF404-1DB6-A7F4-D996-373866356643}"/>
          </ac:grpSpMkLst>
        </pc:grpChg>
        <pc:picChg chg="add mod">
          <ac:chgData name="Karim Karam" userId="1970e4b4b05ebe0b" providerId="LiveId" clId="{0F60777D-36D5-46A6-B181-49843D31D85B}" dt="2026-07-20T21:30:16.750" v="31" actId="1076"/>
          <ac:picMkLst>
            <pc:docMk/>
            <pc:sldMk cId="3536528463" sldId="5038"/>
            <ac:picMk id="48" creationId="{ACA9957F-4FF7-A35E-35B1-AE6122706FB0}"/>
          </ac:picMkLst>
        </pc:picChg>
      </pc:sldChg>
      <pc:sldChg chg="addSp delSp modSp add mod">
        <pc:chgData name="Karim Karam" userId="1970e4b4b05ebe0b" providerId="LiveId" clId="{0F60777D-36D5-46A6-B181-49843D31D85B}" dt="2026-07-20T21:40:40.308" v="59" actId="1076"/>
        <pc:sldMkLst>
          <pc:docMk/>
          <pc:sldMk cId="391161190" sldId="5039"/>
        </pc:sldMkLst>
        <pc:spChg chg="mod">
          <ac:chgData name="Karim Karam" userId="1970e4b4b05ebe0b" providerId="LiveId" clId="{0F60777D-36D5-46A6-B181-49843D31D85B}" dt="2026-07-20T21:31:27.913" v="42" actId="207"/>
          <ac:spMkLst>
            <pc:docMk/>
            <pc:sldMk cId="391161190" sldId="5039"/>
            <ac:spMk id="4" creationId="{89430963-A1F8-2155-FF6E-56AC69B73E62}"/>
          </ac:spMkLst>
        </pc:spChg>
        <pc:spChg chg="mod">
          <ac:chgData name="Karim Karam" userId="1970e4b4b05ebe0b" providerId="LiveId" clId="{0F60777D-36D5-46A6-B181-49843D31D85B}" dt="2026-07-20T21:31:35.486" v="43" actId="207"/>
          <ac:spMkLst>
            <pc:docMk/>
            <pc:sldMk cId="391161190" sldId="5039"/>
            <ac:spMk id="6" creationId="{43FBC0DF-EE1B-98FA-F17C-2339DCEC24CE}"/>
          </ac:spMkLst>
        </pc:spChg>
        <pc:spChg chg="mod topLvl">
          <ac:chgData name="Karim Karam" userId="1970e4b4b05ebe0b" providerId="LiveId" clId="{0F60777D-36D5-46A6-B181-49843D31D85B}" dt="2026-07-20T21:31:14.547" v="39" actId="164"/>
          <ac:spMkLst>
            <pc:docMk/>
            <pc:sldMk cId="391161190" sldId="5039"/>
            <ac:spMk id="7" creationId="{7E67A078-EE79-DFBA-6B2C-7CA8DA41AF5E}"/>
          </ac:spMkLst>
        </pc:spChg>
        <pc:spChg chg="mod">
          <ac:chgData name="Karim Karam" userId="1970e4b4b05ebe0b" providerId="LiveId" clId="{0F60777D-36D5-46A6-B181-49843D31D85B}" dt="2026-07-20T21:31:40.863" v="45" actId="207"/>
          <ac:spMkLst>
            <pc:docMk/>
            <pc:sldMk cId="391161190" sldId="5039"/>
            <ac:spMk id="8" creationId="{1BDBB3D6-7C90-2CB1-C8C0-F188620CA517}"/>
          </ac:spMkLst>
        </pc:spChg>
        <pc:spChg chg="mod topLvl">
          <ac:chgData name="Karim Karam" userId="1970e4b4b05ebe0b" providerId="LiveId" clId="{0F60777D-36D5-46A6-B181-49843D31D85B}" dt="2026-07-20T21:31:14.547" v="39" actId="164"/>
          <ac:spMkLst>
            <pc:docMk/>
            <pc:sldMk cId="391161190" sldId="5039"/>
            <ac:spMk id="9" creationId="{B368837F-3F16-78D7-B741-0E022D1EB00F}"/>
          </ac:spMkLst>
        </pc:spChg>
        <pc:spChg chg="mod topLvl">
          <ac:chgData name="Karim Karam" userId="1970e4b4b05ebe0b" providerId="LiveId" clId="{0F60777D-36D5-46A6-B181-49843D31D85B}" dt="2026-07-20T21:31:14.547" v="39" actId="164"/>
          <ac:spMkLst>
            <pc:docMk/>
            <pc:sldMk cId="391161190" sldId="5039"/>
            <ac:spMk id="11" creationId="{71D14B02-22BC-FB0B-2B24-E36A329B361A}"/>
          </ac:spMkLst>
        </pc:spChg>
        <pc:spChg chg="mod">
          <ac:chgData name="Karim Karam" userId="1970e4b4b05ebe0b" providerId="LiveId" clId="{0F60777D-36D5-46A6-B181-49843D31D85B}" dt="2026-07-20T21:30:44.990" v="34"/>
          <ac:spMkLst>
            <pc:docMk/>
            <pc:sldMk cId="391161190" sldId="5039"/>
            <ac:spMk id="12" creationId="{B1111718-4F8A-649C-7EC0-B39BFC1E6993}"/>
          </ac:spMkLst>
        </pc:spChg>
        <pc:spChg chg="mod">
          <ac:chgData name="Karim Karam" userId="1970e4b4b05ebe0b" providerId="LiveId" clId="{0F60777D-36D5-46A6-B181-49843D31D85B}" dt="2026-07-20T21:31:42.754" v="46" actId="207"/>
          <ac:spMkLst>
            <pc:docMk/>
            <pc:sldMk cId="391161190" sldId="5039"/>
            <ac:spMk id="14" creationId="{DF185994-9B57-2A80-39F8-8E104BB4B62B}"/>
          </ac:spMkLst>
        </pc:spChg>
        <pc:spChg chg="mod">
          <ac:chgData name="Karim Karam" userId="1970e4b4b05ebe0b" providerId="LiveId" clId="{0F60777D-36D5-46A6-B181-49843D31D85B}" dt="2026-07-20T21:32:25.552" v="53" actId="207"/>
          <ac:spMkLst>
            <pc:docMk/>
            <pc:sldMk cId="391161190" sldId="5039"/>
            <ac:spMk id="16" creationId="{1D8F7B7B-0353-7AFD-8DD4-F159307EA6DE}"/>
          </ac:spMkLst>
        </pc:spChg>
        <pc:spChg chg="mod topLvl">
          <ac:chgData name="Karim Karam" userId="1970e4b4b05ebe0b" providerId="LiveId" clId="{0F60777D-36D5-46A6-B181-49843D31D85B}" dt="2026-07-20T21:31:14.547" v="39" actId="164"/>
          <ac:spMkLst>
            <pc:docMk/>
            <pc:sldMk cId="391161190" sldId="5039"/>
            <ac:spMk id="17" creationId="{E9ADCDCE-C472-6B78-B3DE-91E4482C7D88}"/>
          </ac:spMkLst>
        </pc:spChg>
        <pc:spChg chg="mod">
          <ac:chgData name="Karim Karam" userId="1970e4b4b05ebe0b" providerId="LiveId" clId="{0F60777D-36D5-46A6-B181-49843D31D85B}" dt="2026-07-20T21:30:44.990" v="34"/>
          <ac:spMkLst>
            <pc:docMk/>
            <pc:sldMk cId="391161190" sldId="5039"/>
            <ac:spMk id="18" creationId="{54FD99DF-8464-86B7-BE5F-FD3A8BDE10CF}"/>
          </ac:spMkLst>
        </pc:spChg>
        <pc:spChg chg="mod topLvl">
          <ac:chgData name="Karim Karam" userId="1970e4b4b05ebe0b" providerId="LiveId" clId="{0F60777D-36D5-46A6-B181-49843D31D85B}" dt="2026-07-20T21:31:14.547" v="39" actId="164"/>
          <ac:spMkLst>
            <pc:docMk/>
            <pc:sldMk cId="391161190" sldId="5039"/>
            <ac:spMk id="19" creationId="{69A3DA40-C295-BCEC-3D4D-3D81BCE03403}"/>
          </ac:spMkLst>
        </pc:spChg>
        <pc:spChg chg="mod">
          <ac:chgData name="Karim Karam" userId="1970e4b4b05ebe0b" providerId="LiveId" clId="{0F60777D-36D5-46A6-B181-49843D31D85B}" dt="2026-07-20T21:31:54.477" v="48" actId="207"/>
          <ac:spMkLst>
            <pc:docMk/>
            <pc:sldMk cId="391161190" sldId="5039"/>
            <ac:spMk id="20" creationId="{AC7597F6-462F-0C23-2A6A-E5653CB0DC5F}"/>
          </ac:spMkLst>
        </pc:spChg>
        <pc:spChg chg="mod">
          <ac:chgData name="Karim Karam" userId="1970e4b4b05ebe0b" providerId="LiveId" clId="{0F60777D-36D5-46A6-B181-49843D31D85B}" dt="2026-07-20T21:31:44.690" v="47" actId="207"/>
          <ac:spMkLst>
            <pc:docMk/>
            <pc:sldMk cId="391161190" sldId="5039"/>
            <ac:spMk id="22" creationId="{6B9FF54D-ED8F-4D07-CD6D-E3253C99A48D}"/>
          </ac:spMkLst>
        </pc:spChg>
        <pc:spChg chg="mod">
          <ac:chgData name="Karim Karam" userId="1970e4b4b05ebe0b" providerId="LiveId" clId="{0F60777D-36D5-46A6-B181-49843D31D85B}" dt="2026-07-20T21:30:44.990" v="34"/>
          <ac:spMkLst>
            <pc:docMk/>
            <pc:sldMk cId="391161190" sldId="5039"/>
            <ac:spMk id="24" creationId="{AC7DC064-0A78-D9EC-EFD0-86B61F529A4F}"/>
          </ac:spMkLst>
        </pc:spChg>
        <pc:spChg chg="mod">
          <ac:chgData name="Karim Karam" userId="1970e4b4b05ebe0b" providerId="LiveId" clId="{0F60777D-36D5-46A6-B181-49843D31D85B}" dt="2026-07-20T21:32:05.451" v="51" actId="207"/>
          <ac:spMkLst>
            <pc:docMk/>
            <pc:sldMk cId="391161190" sldId="5039"/>
            <ac:spMk id="26" creationId="{C44D87F2-EA48-23F7-98FA-6FE7BE7DF67E}"/>
          </ac:spMkLst>
        </pc:spChg>
        <pc:spChg chg="mod">
          <ac:chgData name="Karim Karam" userId="1970e4b4b05ebe0b" providerId="LiveId" clId="{0F60777D-36D5-46A6-B181-49843D31D85B}" dt="2026-07-20T21:31:58.094" v="49" actId="207"/>
          <ac:spMkLst>
            <pc:docMk/>
            <pc:sldMk cId="391161190" sldId="5039"/>
            <ac:spMk id="28" creationId="{242F2BCB-62B4-D731-37A7-6C88BB6BF7CA}"/>
          </ac:spMkLst>
        </pc:spChg>
        <pc:spChg chg="mod topLvl">
          <ac:chgData name="Karim Karam" userId="1970e4b4b05ebe0b" providerId="LiveId" clId="{0F60777D-36D5-46A6-B181-49843D31D85B}" dt="2026-07-20T21:31:14.547" v="39" actId="164"/>
          <ac:spMkLst>
            <pc:docMk/>
            <pc:sldMk cId="391161190" sldId="5039"/>
            <ac:spMk id="29" creationId="{D1A3FF51-91F0-BD5E-4AD3-3F826A07053B}"/>
          </ac:spMkLst>
        </pc:spChg>
        <pc:spChg chg="mod">
          <ac:chgData name="Karim Karam" userId="1970e4b4b05ebe0b" providerId="LiveId" clId="{0F60777D-36D5-46A6-B181-49843D31D85B}" dt="2026-07-20T21:30:44.990" v="34"/>
          <ac:spMkLst>
            <pc:docMk/>
            <pc:sldMk cId="391161190" sldId="5039"/>
            <ac:spMk id="30" creationId="{0D5BCCB6-BCB5-B8E3-CD98-35205A94AD24}"/>
          </ac:spMkLst>
        </pc:spChg>
        <pc:spChg chg="mod topLvl">
          <ac:chgData name="Karim Karam" userId="1970e4b4b05ebe0b" providerId="LiveId" clId="{0F60777D-36D5-46A6-B181-49843D31D85B}" dt="2026-07-20T21:31:14.547" v="39" actId="164"/>
          <ac:spMkLst>
            <pc:docMk/>
            <pc:sldMk cId="391161190" sldId="5039"/>
            <ac:spMk id="31" creationId="{9D25A116-A10D-D01F-261C-32068E759959}"/>
          </ac:spMkLst>
        </pc:spChg>
        <pc:spChg chg="mod">
          <ac:chgData name="Karim Karam" userId="1970e4b4b05ebe0b" providerId="LiveId" clId="{0F60777D-36D5-46A6-B181-49843D31D85B}" dt="2026-07-20T21:30:44.990" v="34"/>
          <ac:spMkLst>
            <pc:docMk/>
            <pc:sldMk cId="391161190" sldId="5039"/>
            <ac:spMk id="32" creationId="{B381073E-9E61-072F-05EB-5F29C5100EBE}"/>
          </ac:spMkLst>
        </pc:spChg>
        <pc:spChg chg="mod topLvl">
          <ac:chgData name="Karim Karam" userId="1970e4b4b05ebe0b" providerId="LiveId" clId="{0F60777D-36D5-46A6-B181-49843D31D85B}" dt="2026-07-20T21:31:14.547" v="39" actId="164"/>
          <ac:spMkLst>
            <pc:docMk/>
            <pc:sldMk cId="391161190" sldId="5039"/>
            <ac:spMk id="35" creationId="{B7A5F1E8-D1A6-C93B-6447-AFF4A3586DFE}"/>
          </ac:spMkLst>
        </pc:spChg>
        <pc:spChg chg="mod">
          <ac:chgData name="Karim Karam" userId="1970e4b4b05ebe0b" providerId="LiveId" clId="{0F60777D-36D5-46A6-B181-49843D31D85B}" dt="2026-07-20T21:30:44.990" v="34"/>
          <ac:spMkLst>
            <pc:docMk/>
            <pc:sldMk cId="391161190" sldId="5039"/>
            <ac:spMk id="36" creationId="{8EFB08B5-B9F6-319A-8A66-21035716F345}"/>
          </ac:spMkLst>
        </pc:spChg>
        <pc:spChg chg="mod topLvl">
          <ac:chgData name="Karim Karam" userId="1970e4b4b05ebe0b" providerId="LiveId" clId="{0F60777D-36D5-46A6-B181-49843D31D85B}" dt="2026-07-20T21:31:14.547" v="39" actId="164"/>
          <ac:spMkLst>
            <pc:docMk/>
            <pc:sldMk cId="391161190" sldId="5039"/>
            <ac:spMk id="37" creationId="{848EE054-FBD5-95F3-F221-69909AD939E0}"/>
          </ac:spMkLst>
        </pc:spChg>
        <pc:spChg chg="mod">
          <ac:chgData name="Karim Karam" userId="1970e4b4b05ebe0b" providerId="LiveId" clId="{0F60777D-36D5-46A6-B181-49843D31D85B}" dt="2026-07-20T21:32:07.428" v="52" actId="207"/>
          <ac:spMkLst>
            <pc:docMk/>
            <pc:sldMk cId="391161190" sldId="5039"/>
            <ac:spMk id="38" creationId="{0D572422-AF7E-11EB-4DE5-C6B8A2A01C83}"/>
          </ac:spMkLst>
        </pc:spChg>
        <pc:spChg chg="mod">
          <ac:chgData name="Karim Karam" userId="1970e4b4b05ebe0b" providerId="LiveId" clId="{0F60777D-36D5-46A6-B181-49843D31D85B}" dt="2026-07-20T21:31:37.546" v="44" actId="207"/>
          <ac:spMkLst>
            <pc:docMk/>
            <pc:sldMk cId="391161190" sldId="5039"/>
            <ac:spMk id="40" creationId="{4700132C-D41D-81C6-FBF9-D44276E652F5}"/>
          </ac:spMkLst>
        </pc:spChg>
        <pc:spChg chg="mod">
          <ac:chgData name="Karim Karam" userId="1970e4b4b05ebe0b" providerId="LiveId" clId="{0F60777D-36D5-46A6-B181-49843D31D85B}" dt="2026-07-20T21:32:29.226" v="54" actId="207"/>
          <ac:spMkLst>
            <pc:docMk/>
            <pc:sldMk cId="391161190" sldId="5039"/>
            <ac:spMk id="42" creationId="{FB988842-53EE-4961-FB6C-66C28CFA3178}"/>
          </ac:spMkLst>
        </pc:spChg>
        <pc:spChg chg="mod">
          <ac:chgData name="Karim Karam" userId="1970e4b4b05ebe0b" providerId="LiveId" clId="{0F60777D-36D5-46A6-B181-49843D31D85B}" dt="2026-07-20T21:32:00.380" v="50" actId="207"/>
          <ac:spMkLst>
            <pc:docMk/>
            <pc:sldMk cId="391161190" sldId="5039"/>
            <ac:spMk id="44" creationId="{28250CA8-2568-F9C5-47B3-B76189AA8C5B}"/>
          </ac:spMkLst>
        </pc:spChg>
        <pc:spChg chg="mod topLvl">
          <ac:chgData name="Karim Karam" userId="1970e4b4b05ebe0b" providerId="LiveId" clId="{0F60777D-36D5-46A6-B181-49843D31D85B}" dt="2026-07-20T21:31:14.547" v="39" actId="164"/>
          <ac:spMkLst>
            <pc:docMk/>
            <pc:sldMk cId="391161190" sldId="5039"/>
            <ac:spMk id="45" creationId="{D984207B-6F09-0A4C-45D5-C7809DBA44C8}"/>
          </ac:spMkLst>
        </pc:spChg>
        <pc:spChg chg="mod">
          <ac:chgData name="Karim Karam" userId="1970e4b4b05ebe0b" providerId="LiveId" clId="{0F60777D-36D5-46A6-B181-49843D31D85B}" dt="2026-07-20T21:30:44.990" v="34"/>
          <ac:spMkLst>
            <pc:docMk/>
            <pc:sldMk cId="391161190" sldId="5039"/>
            <ac:spMk id="47" creationId="{E6812FBF-FF6E-9916-8B6F-0CBCCBA57D4D}"/>
          </ac:spMkLst>
        </pc:spChg>
        <pc:grpChg chg="mod">
          <ac:chgData name="Karim Karam" userId="1970e4b4b05ebe0b" providerId="LiveId" clId="{0F60777D-36D5-46A6-B181-49843D31D85B}" dt="2026-07-20T21:31:21.153" v="41" actId="1076"/>
          <ac:grpSpMkLst>
            <pc:docMk/>
            <pc:sldMk cId="391161190" sldId="5039"/>
            <ac:grpSpMk id="2" creationId="{7AF73199-107D-2F13-5825-F1D45E4EA847}"/>
          </ac:grpSpMkLst>
        </pc:grpChg>
        <pc:grpChg chg="mod">
          <ac:chgData name="Karim Karam" userId="1970e4b4b05ebe0b" providerId="LiveId" clId="{0F60777D-36D5-46A6-B181-49843D31D85B}" dt="2026-07-20T21:31:18.798" v="40" actId="1076"/>
          <ac:grpSpMkLst>
            <pc:docMk/>
            <pc:sldMk cId="391161190" sldId="5039"/>
            <ac:grpSpMk id="49" creationId="{B691F64B-B629-9954-A582-89B3186B7644}"/>
          </ac:grpSpMkLst>
        </pc:grpChg>
        <pc:picChg chg="mod">
          <ac:chgData name="Karim Karam" userId="1970e4b4b05ebe0b" providerId="LiveId" clId="{0F60777D-36D5-46A6-B181-49843D31D85B}" dt="2026-07-20T21:30:56.395" v="36" actId="1076"/>
          <ac:picMkLst>
            <pc:docMk/>
            <pc:sldMk cId="391161190" sldId="5039"/>
            <ac:picMk id="48" creationId="{C90FCA38-5ED7-C178-432D-5E221B2C7686}"/>
          </ac:picMkLst>
        </pc:picChg>
        <pc:picChg chg="add mod">
          <ac:chgData name="Karim Karam" userId="1970e4b4b05ebe0b" providerId="LiveId" clId="{0F60777D-36D5-46A6-B181-49843D31D85B}" dt="2026-07-20T21:40:40.308" v="59" actId="1076"/>
          <ac:picMkLst>
            <pc:docMk/>
            <pc:sldMk cId="391161190" sldId="5039"/>
            <ac:picMk id="51" creationId="{068BCF69-BF82-4378-0C26-7C3153AD7915}"/>
          </ac:picMkLst>
        </pc:picChg>
      </pc:sldChg>
      <pc:sldChg chg="addSp delSp modSp new mod">
        <pc:chgData name="Karim Karam" userId="1970e4b4b05ebe0b" providerId="LiveId" clId="{0F60777D-36D5-46A6-B181-49843D31D85B}" dt="2026-07-21T09:34:14.036" v="79" actId="1076"/>
        <pc:sldMkLst>
          <pc:docMk/>
          <pc:sldMk cId="835491272" sldId="5040"/>
        </pc:sldMkLst>
        <pc:spChg chg="del mod topLvl">
          <ac:chgData name="Karim Karam" userId="1970e4b4b05ebe0b" providerId="LiveId" clId="{0F60777D-36D5-46A6-B181-49843D31D85B}" dt="2026-07-21T09:33:40.655" v="73" actId="478"/>
          <ac:spMkLst>
            <pc:docMk/>
            <pc:sldMk cId="835491272" sldId="5040"/>
            <ac:spMk id="3" creationId="{4F1A4027-002B-CCC4-301C-6B47B4BBDA27}"/>
          </ac:spMkLst>
        </pc:spChg>
        <pc:spChg chg="mod topLvl">
          <ac:chgData name="Karim Karam" userId="1970e4b4b05ebe0b" providerId="LiveId" clId="{0F60777D-36D5-46A6-B181-49843D31D85B}" dt="2026-07-21T09:33:07.211" v="62" actId="165"/>
          <ac:spMkLst>
            <pc:docMk/>
            <pc:sldMk cId="835491272" sldId="5040"/>
            <ac:spMk id="4" creationId="{0541AB20-92C8-1BC2-BB7E-2FAD9214DB76}"/>
          </ac:spMkLst>
        </pc:spChg>
        <pc:spChg chg="mod">
          <ac:chgData name="Karim Karam" userId="1970e4b4b05ebe0b" providerId="LiveId" clId="{0F60777D-36D5-46A6-B181-49843D31D85B}" dt="2026-07-21T09:33:51.941" v="75" actId="1076"/>
          <ac:spMkLst>
            <pc:docMk/>
            <pc:sldMk cId="835491272" sldId="5040"/>
            <ac:spMk id="5" creationId="{C97C8B99-DE55-7EF1-5C9E-F4CCD303E499}"/>
          </ac:spMkLst>
        </pc:spChg>
        <pc:spChg chg="mod">
          <ac:chgData name="Karim Karam" userId="1970e4b4b05ebe0b" providerId="LiveId" clId="{0F60777D-36D5-46A6-B181-49843D31D85B}" dt="2026-07-21T09:34:14.036" v="79" actId="1076"/>
          <ac:spMkLst>
            <pc:docMk/>
            <pc:sldMk cId="835491272" sldId="5040"/>
            <ac:spMk id="8" creationId="{5DC5B1C6-9600-F343-C3D5-813B418625E8}"/>
          </ac:spMkLst>
        </pc:spChg>
        <pc:spChg chg="del">
          <ac:chgData name="Karim Karam" userId="1970e4b4b05ebe0b" providerId="LiveId" clId="{0F60777D-36D5-46A6-B181-49843D31D85B}" dt="2026-07-21T09:33:26.313" v="69" actId="478"/>
          <ac:spMkLst>
            <pc:docMk/>
            <pc:sldMk cId="835491272" sldId="5040"/>
            <ac:spMk id="9" creationId="{0587F190-B4CB-5D8F-EEA5-F3A06A4EAC59}"/>
          </ac:spMkLst>
        </pc:spChg>
        <pc:spChg chg="del">
          <ac:chgData name="Karim Karam" userId="1970e4b4b05ebe0b" providerId="LiveId" clId="{0F60777D-36D5-46A6-B181-49843D31D85B}" dt="2026-07-21T09:33:27.080" v="70" actId="478"/>
          <ac:spMkLst>
            <pc:docMk/>
            <pc:sldMk cId="835491272" sldId="5040"/>
            <ac:spMk id="10" creationId="{389A64C9-A11D-CDEA-7AA2-FB4581D9D781}"/>
          </ac:spMkLst>
        </pc:spChg>
        <pc:spChg chg="mod">
          <ac:chgData name="Karim Karam" userId="1970e4b4b05ebe0b" providerId="LiveId" clId="{0F60777D-36D5-46A6-B181-49843D31D85B}" dt="2026-07-21T09:33:55.721" v="76" actId="1076"/>
          <ac:spMkLst>
            <pc:docMk/>
            <pc:sldMk cId="835491272" sldId="5040"/>
            <ac:spMk id="12" creationId="{19DAC38B-4437-A220-553F-E3860502BC75}"/>
          </ac:spMkLst>
        </pc:spChg>
        <pc:spChg chg="del mod topLvl">
          <ac:chgData name="Karim Karam" userId="1970e4b4b05ebe0b" providerId="LiveId" clId="{0F60777D-36D5-46A6-B181-49843D31D85B}" dt="2026-07-21T09:33:25.763" v="68" actId="478"/>
          <ac:spMkLst>
            <pc:docMk/>
            <pc:sldMk cId="835491272" sldId="5040"/>
            <ac:spMk id="13" creationId="{1E716C03-F2E0-C05A-387F-6115E17F01A2}"/>
          </ac:spMkLst>
        </pc:spChg>
        <pc:spChg chg="del">
          <ac:chgData name="Karim Karam" userId="1970e4b4b05ebe0b" providerId="LiveId" clId="{0F60777D-36D5-46A6-B181-49843D31D85B}" dt="2026-07-21T09:34:07.774" v="78" actId="478"/>
          <ac:spMkLst>
            <pc:docMk/>
            <pc:sldMk cId="835491272" sldId="5040"/>
            <ac:spMk id="14" creationId="{C1848580-CB4F-4E09-B949-EB4907A3393D}"/>
          </ac:spMkLst>
        </pc:spChg>
        <pc:spChg chg="mod topLvl">
          <ac:chgData name="Karim Karam" userId="1970e4b4b05ebe0b" providerId="LiveId" clId="{0F60777D-36D5-46A6-B181-49843D31D85B}" dt="2026-07-21T09:33:07.211" v="62" actId="165"/>
          <ac:spMkLst>
            <pc:docMk/>
            <pc:sldMk cId="835491272" sldId="5040"/>
            <ac:spMk id="15" creationId="{1F6DC130-4AF2-C307-8E94-197CD5E7EA94}"/>
          </ac:spMkLst>
        </pc:spChg>
        <pc:spChg chg="del mod topLvl">
          <ac:chgData name="Karim Karam" userId="1970e4b4b05ebe0b" providerId="LiveId" clId="{0F60777D-36D5-46A6-B181-49843D31D85B}" dt="2026-07-21T09:33:25.194" v="67" actId="478"/>
          <ac:spMkLst>
            <pc:docMk/>
            <pc:sldMk cId="835491272" sldId="5040"/>
            <ac:spMk id="17" creationId="{74C0F914-CA80-0E9E-38CF-3299265E288D}"/>
          </ac:spMkLst>
        </pc:spChg>
        <pc:spChg chg="mod topLvl">
          <ac:chgData name="Karim Karam" userId="1970e4b4b05ebe0b" providerId="LiveId" clId="{0F60777D-36D5-46A6-B181-49843D31D85B}" dt="2026-07-21T09:33:07.211" v="62" actId="165"/>
          <ac:spMkLst>
            <pc:docMk/>
            <pc:sldMk cId="835491272" sldId="5040"/>
            <ac:spMk id="18" creationId="{8E3256D5-082D-814A-9F03-804B6347B24C}"/>
          </ac:spMkLst>
        </pc:spChg>
        <pc:spChg chg="del">
          <ac:chgData name="Karim Karam" userId="1970e4b4b05ebe0b" providerId="LiveId" clId="{0F60777D-36D5-46A6-B181-49843D31D85B}" dt="2026-07-21T09:33:27.619" v="71" actId="478"/>
          <ac:spMkLst>
            <pc:docMk/>
            <pc:sldMk cId="835491272" sldId="5040"/>
            <ac:spMk id="19" creationId="{D206A300-C079-65E4-743A-DCC1719DC920}"/>
          </ac:spMkLst>
        </pc:spChg>
        <pc:spChg chg="mod topLvl">
          <ac:chgData name="Karim Karam" userId="1970e4b4b05ebe0b" providerId="LiveId" clId="{0F60777D-36D5-46A6-B181-49843D31D85B}" dt="2026-07-21T09:33:07.211" v="62" actId="165"/>
          <ac:spMkLst>
            <pc:docMk/>
            <pc:sldMk cId="835491272" sldId="5040"/>
            <ac:spMk id="20" creationId="{58421881-60CE-67BF-EAE1-CDB422C18B07}"/>
          </ac:spMkLst>
        </pc:spChg>
        <pc:spChg chg="mod topLvl">
          <ac:chgData name="Karim Karam" userId="1970e4b4b05ebe0b" providerId="LiveId" clId="{0F60777D-36D5-46A6-B181-49843D31D85B}" dt="2026-07-21T09:33:07.211" v="62" actId="165"/>
          <ac:spMkLst>
            <pc:docMk/>
            <pc:sldMk cId="835491272" sldId="5040"/>
            <ac:spMk id="21" creationId="{F760221F-ACF9-C6E4-6FD4-30E9BA6B4DE4}"/>
          </ac:spMkLst>
        </pc:spChg>
        <pc:spChg chg="del mod topLvl">
          <ac:chgData name="Karim Karam" userId="1970e4b4b05ebe0b" providerId="LiveId" clId="{0F60777D-36D5-46A6-B181-49843D31D85B}" dt="2026-07-21T09:33:23.886" v="65" actId="478"/>
          <ac:spMkLst>
            <pc:docMk/>
            <pc:sldMk cId="835491272" sldId="5040"/>
            <ac:spMk id="22" creationId="{980502E8-3DD7-A1F4-C4DA-D11D45FB66F2}"/>
          </ac:spMkLst>
        </pc:spChg>
        <pc:spChg chg="del mod topLvl">
          <ac:chgData name="Karim Karam" userId="1970e4b4b05ebe0b" providerId="LiveId" clId="{0F60777D-36D5-46A6-B181-49843D31D85B}" dt="2026-07-21T09:33:24.601" v="66" actId="478"/>
          <ac:spMkLst>
            <pc:docMk/>
            <pc:sldMk cId="835491272" sldId="5040"/>
            <ac:spMk id="24" creationId="{B268E7D9-47F9-DAC4-1B72-B6A23E719738}"/>
          </ac:spMkLst>
        </pc:spChg>
      </pc:sldChg>
      <pc:sldChg chg="addSp delSp modSp add mod">
        <pc:chgData name="Karim Karam" userId="1970e4b4b05ebe0b" providerId="LiveId" clId="{0F60777D-36D5-46A6-B181-49843D31D85B}" dt="2026-07-21T15:53:17.573" v="362" actId="962"/>
        <pc:sldMkLst>
          <pc:docMk/>
          <pc:sldMk cId="3563669613" sldId="5041"/>
        </pc:sldMkLst>
        <pc:spChg chg="mod topLvl">
          <ac:chgData name="Karim Karam" userId="1970e4b4b05ebe0b" providerId="LiveId" clId="{0F60777D-36D5-46A6-B181-49843D31D85B}" dt="2026-07-21T15:14:39.746" v="269" actId="165"/>
          <ac:spMkLst>
            <pc:docMk/>
            <pc:sldMk cId="3563669613" sldId="5041"/>
            <ac:spMk id="2" creationId="{E3ED781C-A435-3712-213C-C2D5E8659519}"/>
          </ac:spMkLst>
        </pc:spChg>
        <pc:spChg chg="mod topLvl">
          <ac:chgData name="Karim Karam" userId="1970e4b4b05ebe0b" providerId="LiveId" clId="{0F60777D-36D5-46A6-B181-49843D31D85B}" dt="2026-07-21T15:53:00.736" v="358" actId="207"/>
          <ac:spMkLst>
            <pc:docMk/>
            <pc:sldMk cId="3563669613" sldId="5041"/>
            <ac:spMk id="3" creationId="{1B544CFD-0E93-BC96-C97F-79E5D1DCE172}"/>
          </ac:spMkLst>
        </pc:spChg>
        <pc:spChg chg="mod ord topLvl">
          <ac:chgData name="Karim Karam" userId="1970e4b4b05ebe0b" providerId="LiveId" clId="{0F60777D-36D5-46A6-B181-49843D31D85B}" dt="2026-07-21T15:53:00.736" v="358" actId="207"/>
          <ac:spMkLst>
            <pc:docMk/>
            <pc:sldMk cId="3563669613" sldId="5041"/>
            <ac:spMk id="4" creationId="{12B61587-1BEC-7A32-E3AA-AD702FB69E54}"/>
          </ac:spMkLst>
        </pc:spChg>
        <pc:spChg chg="mod topLvl">
          <ac:chgData name="Karim Karam" userId="1970e4b4b05ebe0b" providerId="LiveId" clId="{0F60777D-36D5-46A6-B181-49843D31D85B}" dt="2026-07-21T15:53:00.736" v="358" actId="207"/>
          <ac:spMkLst>
            <pc:docMk/>
            <pc:sldMk cId="3563669613" sldId="5041"/>
            <ac:spMk id="5" creationId="{B584F688-100F-9E82-B040-B4AE751A8CDE}"/>
          </ac:spMkLst>
        </pc:spChg>
        <pc:spChg chg="mod topLvl">
          <ac:chgData name="Karim Karam" userId="1970e4b4b05ebe0b" providerId="LiveId" clId="{0F60777D-36D5-46A6-B181-49843D31D85B}" dt="2026-07-21T15:13:19.126" v="153" actId="1036"/>
          <ac:spMkLst>
            <pc:docMk/>
            <pc:sldMk cId="3563669613" sldId="5041"/>
            <ac:spMk id="6" creationId="{6D800D36-F370-C645-F642-84B6A43FDC08}"/>
          </ac:spMkLst>
        </pc:spChg>
        <pc:spChg chg="mod topLvl">
          <ac:chgData name="Karim Karam" userId="1970e4b4b05ebe0b" providerId="LiveId" clId="{0F60777D-36D5-46A6-B181-49843D31D85B}" dt="2026-07-21T15:14:39.746" v="269" actId="165"/>
          <ac:spMkLst>
            <pc:docMk/>
            <pc:sldMk cId="3563669613" sldId="5041"/>
            <ac:spMk id="7" creationId="{1B07413D-2F2B-1AB9-364A-08F9F61CEA47}"/>
          </ac:spMkLst>
        </pc:spChg>
        <pc:spChg chg="mod topLvl">
          <ac:chgData name="Karim Karam" userId="1970e4b4b05ebe0b" providerId="LiveId" clId="{0F60777D-36D5-46A6-B181-49843D31D85B}" dt="2026-07-21T15:53:00.736" v="358" actId="207"/>
          <ac:spMkLst>
            <pc:docMk/>
            <pc:sldMk cId="3563669613" sldId="5041"/>
            <ac:spMk id="10" creationId="{72262FCC-9889-F895-C7CD-B67CB85149C7}"/>
          </ac:spMkLst>
        </pc:spChg>
        <pc:spChg chg="mod ord topLvl">
          <ac:chgData name="Karim Karam" userId="1970e4b4b05ebe0b" providerId="LiveId" clId="{0F60777D-36D5-46A6-B181-49843D31D85B}" dt="2026-07-21T15:15:09.116" v="311" actId="1037"/>
          <ac:spMkLst>
            <pc:docMk/>
            <pc:sldMk cId="3563669613" sldId="5041"/>
            <ac:spMk id="11" creationId="{4E59EAC3-9CD6-DD9E-24ED-AC0179C61175}"/>
          </ac:spMkLst>
        </pc:spChg>
        <pc:spChg chg="mod">
          <ac:chgData name="Karim Karam" userId="1970e4b4b05ebe0b" providerId="LiveId" clId="{0F60777D-36D5-46A6-B181-49843D31D85B}" dt="2026-07-21T14:14:08.446" v="97" actId="164"/>
          <ac:spMkLst>
            <pc:docMk/>
            <pc:sldMk cId="3563669613" sldId="5041"/>
            <ac:spMk id="12" creationId="{672911BC-A40F-BFBA-34FD-3064C8F5D021}"/>
          </ac:spMkLst>
        </pc:spChg>
        <pc:spChg chg="mod">
          <ac:chgData name="Karim Karam" userId="1970e4b4b05ebe0b" providerId="LiveId" clId="{0F60777D-36D5-46A6-B181-49843D31D85B}" dt="2026-07-21T14:14:08.446" v="97" actId="164"/>
          <ac:spMkLst>
            <pc:docMk/>
            <pc:sldMk cId="3563669613" sldId="5041"/>
            <ac:spMk id="13" creationId="{37F4C662-3833-1E37-92AD-8458EAB8F783}"/>
          </ac:spMkLst>
        </pc:spChg>
        <pc:spChg chg="mod">
          <ac:chgData name="Karim Karam" userId="1970e4b4b05ebe0b" providerId="LiveId" clId="{0F60777D-36D5-46A6-B181-49843D31D85B}" dt="2026-07-21T15:53:05.221" v="359" actId="207"/>
          <ac:spMkLst>
            <pc:docMk/>
            <pc:sldMk cId="3563669613" sldId="5041"/>
            <ac:spMk id="14" creationId="{4D5A9671-2656-7875-469F-06A5624D1F6C}"/>
          </ac:spMkLst>
        </pc:spChg>
        <pc:spChg chg="add del mod topLvl">
          <ac:chgData name="Karim Karam" userId="1970e4b4b05ebe0b" providerId="LiveId" clId="{0F60777D-36D5-46A6-B181-49843D31D85B}" dt="2026-07-21T15:53:00.736" v="358" actId="207"/>
          <ac:spMkLst>
            <pc:docMk/>
            <pc:sldMk cId="3563669613" sldId="5041"/>
            <ac:spMk id="16" creationId="{83E26A7D-B2AB-906F-0AB6-F9B7BC17091D}"/>
          </ac:spMkLst>
        </pc:spChg>
        <pc:spChg chg="mod topLvl">
          <ac:chgData name="Karim Karam" userId="1970e4b4b05ebe0b" providerId="LiveId" clId="{0F60777D-36D5-46A6-B181-49843D31D85B}" dt="2026-07-21T15:53:00.736" v="358" actId="207"/>
          <ac:spMkLst>
            <pc:docMk/>
            <pc:sldMk cId="3563669613" sldId="5041"/>
            <ac:spMk id="17" creationId="{C9A17B78-6430-AB82-A651-695E1AF61EC6}"/>
          </ac:spMkLst>
        </pc:spChg>
        <pc:spChg chg="del">
          <ac:chgData name="Karim Karam" userId="1970e4b4b05ebe0b" providerId="LiveId" clId="{0F60777D-36D5-46A6-B181-49843D31D85B}" dt="2026-07-21T13:31:44.044" v="92" actId="478"/>
          <ac:spMkLst>
            <pc:docMk/>
            <pc:sldMk cId="3563669613" sldId="5041"/>
            <ac:spMk id="18" creationId="{2D2F5144-F690-103C-4B7E-37CD0E7E5B97}"/>
          </ac:spMkLst>
        </pc:spChg>
        <pc:spChg chg="add del mod topLvl">
          <ac:chgData name="Karim Karam" userId="1970e4b4b05ebe0b" providerId="LiveId" clId="{0F60777D-36D5-46A6-B181-49843D31D85B}" dt="2026-07-21T15:16:00.482" v="349" actId="1076"/>
          <ac:spMkLst>
            <pc:docMk/>
            <pc:sldMk cId="3563669613" sldId="5041"/>
            <ac:spMk id="19" creationId="{FB9B4511-19E5-5992-5E4D-556E554C12E7}"/>
          </ac:spMkLst>
        </pc:spChg>
        <pc:spChg chg="mod topLvl">
          <ac:chgData name="Karim Karam" userId="1970e4b4b05ebe0b" providerId="LiveId" clId="{0F60777D-36D5-46A6-B181-49843D31D85B}" dt="2026-07-21T15:53:00.736" v="358" actId="207"/>
          <ac:spMkLst>
            <pc:docMk/>
            <pc:sldMk cId="3563669613" sldId="5041"/>
            <ac:spMk id="20" creationId="{E456EE4C-4FA1-B969-F23A-D30874B0953C}"/>
          </ac:spMkLst>
        </pc:spChg>
        <pc:spChg chg="del">
          <ac:chgData name="Karim Karam" userId="1970e4b4b05ebe0b" providerId="LiveId" clId="{0F60777D-36D5-46A6-B181-49843D31D85B}" dt="2026-07-21T13:31:43.188" v="91" actId="478"/>
          <ac:spMkLst>
            <pc:docMk/>
            <pc:sldMk cId="3563669613" sldId="5041"/>
            <ac:spMk id="21" creationId="{C3F4FA45-B801-A27D-6E38-4F550533483F}"/>
          </ac:spMkLst>
        </pc:spChg>
        <pc:spChg chg="mod topLvl">
          <ac:chgData name="Karim Karam" userId="1970e4b4b05ebe0b" providerId="LiveId" clId="{0F60777D-36D5-46A6-B181-49843D31D85B}" dt="2026-07-21T15:53:00.736" v="358" actId="207"/>
          <ac:spMkLst>
            <pc:docMk/>
            <pc:sldMk cId="3563669613" sldId="5041"/>
            <ac:spMk id="22" creationId="{2DE05B6D-4D61-FA87-5CA1-7B17A11E899E}"/>
          </ac:spMkLst>
        </pc:spChg>
        <pc:spChg chg="del mod topLvl">
          <ac:chgData name="Karim Karam" userId="1970e4b4b05ebe0b" providerId="LiveId" clId="{0F60777D-36D5-46A6-B181-49843D31D85B}" dt="2026-07-21T13:31:42.350" v="90" actId="478"/>
          <ac:spMkLst>
            <pc:docMk/>
            <pc:sldMk cId="3563669613" sldId="5041"/>
            <ac:spMk id="23" creationId="{C08144A4-B701-DEBE-989A-6E8B5B952999}"/>
          </ac:spMkLst>
        </pc:spChg>
        <pc:spChg chg="add del">
          <ac:chgData name="Karim Karam" userId="1970e4b4b05ebe0b" providerId="LiveId" clId="{0F60777D-36D5-46A6-B181-49843D31D85B}" dt="2026-07-21T14:20:02.918" v="107" actId="22"/>
          <ac:spMkLst>
            <pc:docMk/>
            <pc:sldMk cId="3563669613" sldId="5041"/>
            <ac:spMk id="60" creationId="{F97D839C-FF8C-CB8B-FE62-02AC30CEF23B}"/>
          </ac:spMkLst>
        </pc:spChg>
        <pc:spChg chg="add mod">
          <ac:chgData name="Karim Karam" userId="1970e4b4b05ebe0b" providerId="LiveId" clId="{0F60777D-36D5-46A6-B181-49843D31D85B}" dt="2026-07-21T15:16:00.482" v="349" actId="1076"/>
          <ac:spMkLst>
            <pc:docMk/>
            <pc:sldMk cId="3563669613" sldId="5041"/>
            <ac:spMk id="62" creationId="{82CBDC09-7A18-30AC-6C2D-8A3F7B7D5F7C}"/>
          </ac:spMkLst>
        </pc:spChg>
        <pc:spChg chg="add mod">
          <ac:chgData name="Karim Karam" userId="1970e4b4b05ebe0b" providerId="LiveId" clId="{0F60777D-36D5-46A6-B181-49843D31D85B}" dt="2026-07-21T14:25:57.250" v="137" actId="207"/>
          <ac:spMkLst>
            <pc:docMk/>
            <pc:sldMk cId="3563669613" sldId="5041"/>
            <ac:spMk id="64" creationId="{55BB0C79-BCAE-F921-98A6-DE7F16F67765}"/>
          </ac:spMkLst>
        </pc:spChg>
        <pc:spChg chg="add mod">
          <ac:chgData name="Karim Karam" userId="1970e4b4b05ebe0b" providerId="LiveId" clId="{0F60777D-36D5-46A6-B181-49843D31D85B}" dt="2026-07-21T15:13:41.720" v="181" actId="1037"/>
          <ac:spMkLst>
            <pc:docMk/>
            <pc:sldMk cId="3563669613" sldId="5041"/>
            <ac:spMk id="66" creationId="{717FCF65-36E4-613A-BEE2-C5838F2C5791}"/>
          </ac:spMkLst>
        </pc:spChg>
        <pc:spChg chg="add mod">
          <ac:chgData name="Karim Karam" userId="1970e4b4b05ebe0b" providerId="LiveId" clId="{0F60777D-36D5-46A6-B181-49843D31D85B}" dt="2026-07-21T15:53:00.736" v="358" actId="207"/>
          <ac:spMkLst>
            <pc:docMk/>
            <pc:sldMk cId="3563669613" sldId="5041"/>
            <ac:spMk id="68" creationId="{882EEB34-9255-8A67-2FB1-0A035BCB91E2}"/>
          </ac:spMkLst>
        </pc:spChg>
        <pc:spChg chg="add mod">
          <ac:chgData name="Karim Karam" userId="1970e4b4b05ebe0b" providerId="LiveId" clId="{0F60777D-36D5-46A6-B181-49843D31D85B}" dt="2026-07-21T15:53:00.736" v="358" actId="207"/>
          <ac:spMkLst>
            <pc:docMk/>
            <pc:sldMk cId="3563669613" sldId="5041"/>
            <ac:spMk id="70" creationId="{DDAFBD28-749A-7688-D573-7AA360E826B5}"/>
          </ac:spMkLst>
        </pc:spChg>
        <pc:spChg chg="add mod">
          <ac:chgData name="Karim Karam" userId="1970e4b4b05ebe0b" providerId="LiveId" clId="{0F60777D-36D5-46A6-B181-49843D31D85B}" dt="2026-07-21T14:25:57.250" v="137" actId="207"/>
          <ac:spMkLst>
            <pc:docMk/>
            <pc:sldMk cId="3563669613" sldId="5041"/>
            <ac:spMk id="74" creationId="{C5C49376-8EEB-D1D8-4DD2-FB1F93C27DDB}"/>
          </ac:spMkLst>
        </pc:spChg>
        <pc:spChg chg="add mod">
          <ac:chgData name="Karim Karam" userId="1970e4b4b05ebe0b" providerId="LiveId" clId="{0F60777D-36D5-46A6-B181-49843D31D85B}" dt="2026-07-21T15:13:39.358" v="179" actId="1035"/>
          <ac:spMkLst>
            <pc:docMk/>
            <pc:sldMk cId="3563669613" sldId="5041"/>
            <ac:spMk id="76" creationId="{C4170FFA-FD4C-0E66-4FC2-3623FF7A2B65}"/>
          </ac:spMkLst>
        </pc:spChg>
        <pc:spChg chg="add mod">
          <ac:chgData name="Karim Karam" userId="1970e4b4b05ebe0b" providerId="LiveId" clId="{0F60777D-36D5-46A6-B181-49843D31D85B}" dt="2026-07-21T15:13:56.016" v="186" actId="1076"/>
          <ac:spMkLst>
            <pc:docMk/>
            <pc:sldMk cId="3563669613" sldId="5041"/>
            <ac:spMk id="80" creationId="{8DBE194B-8ECE-9710-3A88-8A439B032792}"/>
          </ac:spMkLst>
        </pc:spChg>
        <pc:spChg chg="add mod">
          <ac:chgData name="Karim Karam" userId="1970e4b4b05ebe0b" providerId="LiveId" clId="{0F60777D-36D5-46A6-B181-49843D31D85B}" dt="2026-07-21T15:14:51.797" v="299" actId="1038"/>
          <ac:spMkLst>
            <pc:docMk/>
            <pc:sldMk cId="3563669613" sldId="5041"/>
            <ac:spMk id="82" creationId="{58401F4A-C5A3-2BE8-FD67-67DA64DF388F}"/>
          </ac:spMkLst>
        </pc:spChg>
        <pc:spChg chg="add del mod">
          <ac:chgData name="Karim Karam" userId="1970e4b4b05ebe0b" providerId="LiveId" clId="{0F60777D-36D5-46A6-B181-49843D31D85B}" dt="2026-07-21T15:15:17.674" v="314" actId="478"/>
          <ac:spMkLst>
            <pc:docMk/>
            <pc:sldMk cId="3563669613" sldId="5041"/>
            <ac:spMk id="84" creationId="{96B6CD9E-52C2-43E0-1AF9-4729D1B756BA}"/>
          </ac:spMkLst>
        </pc:spChg>
        <pc:spChg chg="add mod">
          <ac:chgData name="Karim Karam" userId="1970e4b4b05ebe0b" providerId="LiveId" clId="{0F60777D-36D5-46A6-B181-49843D31D85B}" dt="2026-07-21T15:16:00.482" v="349" actId="1076"/>
          <ac:spMkLst>
            <pc:docMk/>
            <pc:sldMk cId="3563669613" sldId="5041"/>
            <ac:spMk id="86" creationId="{FB5EFFD3-75B5-3ABB-C3DF-DA65F856CC7A}"/>
          </ac:spMkLst>
        </pc:spChg>
        <pc:grpChg chg="add del mod">
          <ac:chgData name="Karim Karam" userId="1970e4b4b05ebe0b" providerId="LiveId" clId="{0F60777D-36D5-46A6-B181-49843D31D85B}" dt="2026-07-21T13:27:36.213" v="86" actId="165"/>
          <ac:grpSpMkLst>
            <pc:docMk/>
            <pc:sldMk cId="3563669613" sldId="5041"/>
            <ac:grpSpMk id="25" creationId="{BE9099E0-AB6A-237A-8A46-7A745459D8FE}"/>
          </ac:grpSpMkLst>
        </pc:grpChg>
        <pc:grpChg chg="add del mod ord">
          <ac:chgData name="Karim Karam" userId="1970e4b4b05ebe0b" providerId="LiveId" clId="{0F60777D-36D5-46A6-B181-49843D31D85B}" dt="2026-07-21T15:14:39.746" v="269" actId="165"/>
          <ac:grpSpMkLst>
            <pc:docMk/>
            <pc:sldMk cId="3563669613" sldId="5041"/>
            <ac:grpSpMk id="26" creationId="{E3955650-A11A-8E23-E3E9-1405843B48C7}"/>
          </ac:grpSpMkLst>
        </pc:grpChg>
        <pc:grpChg chg="mod">
          <ac:chgData name="Karim Karam" userId="1970e4b4b05ebe0b" providerId="LiveId" clId="{0F60777D-36D5-46A6-B181-49843D31D85B}" dt="2026-07-21T14:15:04.232" v="104" actId="1076"/>
          <ac:grpSpMkLst>
            <pc:docMk/>
            <pc:sldMk cId="3563669613" sldId="5041"/>
            <ac:grpSpMk id="56" creationId="{44989C6E-7E2E-EAAA-6EEE-E905058F55C3}"/>
          </ac:grpSpMkLst>
        </pc:grpChg>
        <pc:picChg chg="add mod">
          <ac:chgData name="Karim Karam" userId="1970e4b4b05ebe0b" providerId="LiveId" clId="{0F60777D-36D5-46A6-B181-49843D31D85B}" dt="2026-07-21T14:13:58.459" v="96" actId="1076"/>
          <ac:picMkLst>
            <pc:docMk/>
            <pc:sldMk cId="3563669613" sldId="5041"/>
            <ac:picMk id="30" creationId="{E4EAC8A1-8BD5-30C6-5314-90637B099522}"/>
          </ac:picMkLst>
        </pc:picChg>
        <pc:picChg chg="add del mod">
          <ac:chgData name="Karim Karam" userId="1970e4b4b05ebe0b" providerId="LiveId" clId="{0F60777D-36D5-46A6-B181-49843D31D85B}" dt="2026-07-21T14:25:33.082" v="131" actId="478"/>
          <ac:picMkLst>
            <pc:docMk/>
            <pc:sldMk cId="3563669613" sldId="5041"/>
            <ac:picMk id="72" creationId="{8A175EAC-F6BE-D3D2-3EF7-7FC26ED00A8B}"/>
          </ac:picMkLst>
        </pc:picChg>
        <pc:picChg chg="add del mod">
          <ac:chgData name="Karim Karam" userId="1970e4b4b05ebe0b" providerId="LiveId" clId="{0F60777D-36D5-46A6-B181-49843D31D85B}" dt="2026-07-21T15:12:47.025" v="142" actId="478"/>
          <ac:picMkLst>
            <pc:docMk/>
            <pc:sldMk cId="3563669613" sldId="5041"/>
            <ac:picMk id="78" creationId="{0B1D36BD-9041-690F-6970-6D44089DD075}"/>
          </ac:picMkLst>
        </pc:picChg>
        <pc:picChg chg="add mod">
          <ac:chgData name="Karim Karam" userId="1970e4b4b05ebe0b" providerId="LiveId" clId="{0F60777D-36D5-46A6-B181-49843D31D85B}" dt="2026-07-21T15:20:36.533" v="356" actId="1076"/>
          <ac:picMkLst>
            <pc:docMk/>
            <pc:sldMk cId="3563669613" sldId="5041"/>
            <ac:picMk id="88" creationId="{02B564DE-F541-F63D-B84F-EFB8A989EF90}"/>
          </ac:picMkLst>
        </pc:picChg>
        <pc:picChg chg="add mod">
          <ac:chgData name="Karim Karam" userId="1970e4b4b05ebe0b" providerId="LiveId" clId="{0F60777D-36D5-46A6-B181-49843D31D85B}" dt="2026-07-21T15:53:17.573" v="362" actId="962"/>
          <ac:picMkLst>
            <pc:docMk/>
            <pc:sldMk cId="3563669613" sldId="5041"/>
            <ac:picMk id="90" creationId="{40F8C375-EE95-60D1-A534-78E459E68112}"/>
          </ac:picMkLst>
        </pc:picChg>
        <pc:cxnChg chg="add del">
          <ac:chgData name="Karim Karam" userId="1970e4b4b05ebe0b" providerId="LiveId" clId="{0F60777D-36D5-46A6-B181-49843D31D85B}" dt="2026-07-21T14:21:33.934" v="125" actId="478"/>
          <ac:cxnSpMkLst>
            <pc:docMk/>
            <pc:sldMk cId="3563669613" sldId="5041"/>
            <ac:cxnSpMk id="58" creationId="{A6FAC24A-0C63-7B8F-5D4A-E6B33A9866C1}"/>
          </ac:cxnSpMkLst>
        </pc:cxnChg>
      </pc:sldChg>
      <pc:sldChg chg="addSp modSp new mod">
        <pc:chgData name="Karim Karam" userId="1970e4b4b05ebe0b" providerId="LiveId" clId="{0F60777D-36D5-46A6-B181-49843D31D85B}" dt="2026-07-21T18:58:19.867" v="368" actId="962"/>
        <pc:sldMkLst>
          <pc:docMk/>
          <pc:sldMk cId="4168021885" sldId="5042"/>
        </pc:sldMkLst>
        <pc:picChg chg="add mod">
          <ac:chgData name="Karim Karam" userId="1970e4b4b05ebe0b" providerId="LiveId" clId="{0F60777D-36D5-46A6-B181-49843D31D85B}" dt="2026-07-21T18:58:19.867" v="368" actId="962"/>
          <ac:picMkLst>
            <pc:docMk/>
            <pc:sldMk cId="4168021885" sldId="5042"/>
            <ac:picMk id="3" creationId="{408D3612-04E2-652F-444D-4EC57E51E4C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111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9C40D-75B4-37AE-6DFE-7CB4871D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38755-225A-FD73-6AEA-86C14492E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DC464-786F-36A3-BC15-557825A1C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323E7-9691-A1EC-B639-6299287915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2086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E1FD-3079-E717-D156-95C9C8936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59BFF-7703-9164-B376-46A8FCD32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A40AB-6C7B-ADC8-42B6-74DFD16A2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17C72-4A79-B671-48E8-DAAE0C6FB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2806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CF9C6-BFD0-5C79-515E-0937867A9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0C59B-EDB3-DEA9-DF7A-BB18BB1E9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A60C2-1AFC-4335-7D6D-F30A77190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C390A-1FAF-0FC8-D7B3-B6504130C5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288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8DB20-C6E2-0FE4-3D05-16044124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3B024-D457-EBAA-1C46-A0EF42B43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838EC9-0841-5C6F-D9BE-CCA38054A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FFA40-EC6B-2756-724F-C60545D53D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3057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F0819-5B83-70C0-29A5-D3F20710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DFF2B-1EA9-F098-B191-79DC05480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F4ABF-82FD-BB9A-1EA5-FCAEA80DF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ECFA0-9264-1277-D67B-CB789DD49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48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96E8-F45A-9583-4CFB-BBF00C720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98ECD-AD47-AB3C-266C-E2A09DCC2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B1557-BA76-6A87-719D-7ADB10292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65C3D-EA48-947C-AADC-15F6340154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995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7422E94E-FDD5-A58B-F082-8CBB5C1E1A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file:///C:/Users/Karim</a:t>
            </a:r>
            <a:r>
              <a:rPr spc="-13"/>
              <a:t> </a:t>
            </a:r>
            <a:r>
              <a:rPr spc="-7"/>
              <a:t>Karam/Downloads/travo_visual_brand_identity.html</a:t>
            </a:r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id="{F5FD8D7E-A5D1-3A7F-A283-FB776B7C7D9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945254-56A7-4F9D-B681-A2D32F249D16}" type="datetimeFigureOut">
              <a:rPr lang="en-US" altLang="en-US"/>
              <a:pPr/>
              <a:t>7/20/2026</a:t>
            </a:fld>
            <a:endParaRPr lang="en-US" altLang="en-US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FB8D54CA-4732-E8B4-E7E0-A1DC2853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84E3D-321A-4BD9-9720-EB0184017F26}" type="slidenum">
              <a:rPr/>
              <a:pPr>
                <a:defRPr/>
              </a:pPr>
              <a:t>‹#›</a:t>
            </a:fld>
            <a:r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201605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AND_MASTER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6350">
            <a:solidFill>
              <a:srgbClr val="D8D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100-ANCHORED PERCEPTUAL COLOR SYSTEM  •  TINTS &amp; HIERARCHY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6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700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38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59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7422E94E-FDD5-A58B-F082-8CBB5C1E1A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file:///C:/Users/Karim</a:t>
            </a:r>
            <a:r>
              <a:rPr spc="-13"/>
              <a:t> </a:t>
            </a:r>
            <a:r>
              <a:rPr spc="-7"/>
              <a:t>Karam/Downloads/travo_visual_brand_identity.html</a:t>
            </a:r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id="{F5FD8D7E-A5D1-3A7F-A283-FB776B7C7D9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945254-56A7-4F9D-B681-A2D32F249D16}" type="datetimeFigureOut">
              <a:rPr lang="en-US" altLang="en-US"/>
              <a:pPr/>
              <a:t>7/20/2026</a:t>
            </a:fld>
            <a:endParaRPr lang="en-US" altLang="en-US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FB8D54CA-4732-E8B4-E7E0-A1DC2853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84E3D-321A-4BD9-9720-EB0184017F26}" type="slidenum">
              <a:rPr/>
              <a:pPr>
                <a:defRPr/>
              </a:pPr>
              <a:t>‹#›</a:t>
            </a:fld>
            <a:r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39661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123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37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0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586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9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4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pentagram.com/work/gsa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1D2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TRAVO  ·  TOTAL RISK ANALYSIS &amp; VALUE OPTIMIZATION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4805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-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Catalogue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52120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-300" dirty="0">
                <a:solidFill>
                  <a:srgbClr val="71D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Methodology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686800" y="6263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2026  ·  v.1.0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2432304" cy="73152"/>
          </a:xfrm>
          <a:prstGeom prst="rect">
            <a:avLst/>
          </a:prstGeom>
          <a:solidFill>
            <a:srgbClr val="2C5251"/>
          </a:solidFill>
          <a:ln w="12700">
            <a:solidFill>
              <a:srgbClr val="2C52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32304" y="6784848"/>
            <a:ext cx="2432304" cy="73152"/>
          </a:xfrm>
          <a:prstGeom prst="rect">
            <a:avLst/>
          </a:prstGeom>
          <a:solidFill>
            <a:srgbClr val="71D2CF"/>
          </a:solidFill>
          <a:ln w="12700">
            <a:solidFill>
              <a:srgbClr val="71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64608" y="6784848"/>
            <a:ext cx="2432304" cy="73152"/>
          </a:xfrm>
          <a:prstGeom prst="rect">
            <a:avLst/>
          </a:prstGeom>
          <a:solidFill>
            <a:srgbClr val="B2ECFF"/>
          </a:solidFill>
          <a:ln w="12700">
            <a:solidFill>
              <a:srgbClr val="93A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96912" y="6784848"/>
            <a:ext cx="2432304" cy="73152"/>
          </a:xfrm>
          <a:prstGeom prst="rect">
            <a:avLst/>
          </a:prstGeom>
          <a:solidFill>
            <a:srgbClr val="FFB9BB"/>
          </a:solidFill>
          <a:ln w="12700">
            <a:solidFill>
              <a:srgbClr val="FFB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729216" y="6784848"/>
            <a:ext cx="2432304" cy="73152"/>
          </a:xfrm>
          <a:prstGeom prst="rect">
            <a:avLst/>
          </a:prstGeom>
          <a:solidFill>
            <a:srgbClr val="FF5B5E"/>
          </a:solidFill>
          <a:ln w="12700">
            <a:solidFill>
              <a:srgbClr val="FF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85723" y="470002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80" b="1" kern="0" spc="-100" dirty="0">
                <a:solidFill>
                  <a:srgbClr val="71D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travo</a:t>
            </a:r>
            <a:endParaRPr lang="en-US" sz="1980" dirty="0"/>
          </a:p>
        </p:txBody>
      </p:sp>
      <p:pic>
        <p:nvPicPr>
          <p:cNvPr id="13" name="Picture 12" descr="The image depicts a minimalist geometric design with a blue square and triangular shapes forming a distinctive 'M' symbol.&#10;&#10;AI-generated content may be incorrect.">
            <a:extLst>
              <a:ext uri="{FF2B5EF4-FFF2-40B4-BE49-F238E27FC236}">
                <a16:creationId xmlns:a16="http://schemas.microsoft.com/office/drawing/2014/main" id="{F17EC8C7-F96B-4B83-D7AC-71B2CD338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413" y="1128695"/>
            <a:ext cx="1749200" cy="1749200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475B1D86-BE7C-26E7-B0BB-2E519324CA2F}"/>
              </a:ext>
            </a:extLst>
          </p:cNvPr>
          <p:cNvSpPr/>
          <p:nvPr/>
        </p:nvSpPr>
        <p:spPr>
          <a:xfrm>
            <a:off x="4714362" y="3083354"/>
            <a:ext cx="2638876" cy="17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000" cap="none" spc="300" normalizeH="0" noProof="0" dirty="0">
                <a:ln>
                  <a:noFill/>
                </a:ln>
                <a:solidFill>
                  <a:srgbClr val="2C5251"/>
                </a:solidFill>
                <a:effectLst/>
                <a:uLnTx/>
                <a:uFillTx/>
                <a:latin typeface="Gotham" pitchFamily="50" charset="0"/>
                <a:ea typeface="Inter" panose="02000503000000020004" pitchFamily="2" charset="0"/>
                <a:cs typeface="Gotham" pitchFamily="50" charset="0"/>
              </a:rPr>
              <a:t>TRAVO</a:t>
            </a:r>
            <a:r>
              <a:rPr kumimoji="0" lang="en-US" sz="5000" b="1" i="0" u="none" strike="noStrike" kern="0" cap="none" spc="300" normalizeH="0" baseline="0" noProof="0" dirty="0">
                <a:ln>
                  <a:noFill/>
                </a:ln>
                <a:solidFill>
                  <a:srgbClr val="2C5251"/>
                </a:solidFill>
                <a:effectLst/>
                <a:uLnTx/>
                <a:uFillTx/>
                <a:latin typeface="Gotham" pitchFamily="50" charset="0"/>
                <a:ea typeface="Inter" panose="02000503000000020004" pitchFamily="2" charset="0"/>
                <a:cs typeface="Gotham" pitchFamily="50" charset="0"/>
              </a:rPr>
              <a:t>    </a:t>
            </a:r>
            <a:endParaRPr kumimoji="0" lang="en-US" sz="5000" b="1" i="0" u="none" strike="noStrike" kern="1200" cap="none" spc="300" normalizeH="0" baseline="0" noProof="0" dirty="0">
              <a:ln>
                <a:noFill/>
              </a:ln>
              <a:solidFill>
                <a:srgbClr val="2C5251"/>
              </a:solidFill>
              <a:effectLst/>
              <a:uLnTx/>
              <a:uFillTx/>
              <a:latin typeface="Gotham" pitchFamily="50" charset="0"/>
              <a:ea typeface="Inter" panose="02000503000000020004" pitchFamily="2" charset="0"/>
              <a:cs typeface="Gotham" pitchFamily="50" charset="0"/>
            </a:endParaRPr>
          </a:p>
        </p:txBody>
      </p:sp>
      <p:pic>
        <p:nvPicPr>
          <p:cNvPr id="15" name="Picture 14" descr="The image depicts a minimalist geometric design with a blue square and triangular shapes forming a distinctive 'M' symbol.&#10;&#10;AI-generated content may be incorrect.">
            <a:extLst>
              <a:ext uri="{FF2B5EF4-FFF2-40B4-BE49-F238E27FC236}">
                <a16:creationId xmlns:a16="http://schemas.microsoft.com/office/drawing/2014/main" id="{9EFB25CD-D5F3-E2B0-15CE-5A20A76E7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559" y="1128694"/>
            <a:ext cx="1881037" cy="1881037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D1CC39CC-A315-A01E-4624-8B6ACDCE942A}"/>
              </a:ext>
            </a:extLst>
          </p:cNvPr>
          <p:cNvSpPr/>
          <p:nvPr/>
        </p:nvSpPr>
        <p:spPr>
          <a:xfrm>
            <a:off x="7399826" y="3169765"/>
            <a:ext cx="3518501" cy="230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defRPr/>
            </a:pPr>
            <a:r>
              <a:rPr lang="en-US" sz="3200" b="1" kern="1000" spc="400" dirty="0">
                <a:solidFill>
                  <a:srgbClr val="2C5251"/>
                </a:solidFill>
                <a:latin typeface="Gotham Black" pitchFamily="50" charset="0"/>
                <a:ea typeface="Inter" panose="02000503000000020004" pitchFamily="2" charset="0"/>
                <a:cs typeface="Gotham Black" pitchFamily="50" charset="0"/>
              </a:rPr>
              <a:t>TRAVO</a:t>
            </a:r>
            <a:r>
              <a:rPr lang="en-US" sz="3200" b="1" kern="0" spc="400" dirty="0">
                <a:solidFill>
                  <a:srgbClr val="354856"/>
                </a:solidFill>
                <a:latin typeface="Gotham Black" pitchFamily="50" charset="0"/>
                <a:ea typeface="Inter" panose="02000503000000020004" pitchFamily="2" charset="0"/>
                <a:cs typeface="Gotham Black" pitchFamily="50" charset="0"/>
              </a:rPr>
              <a:t>    </a:t>
            </a:r>
            <a:endParaRPr lang="en-US" sz="3200" b="1" spc="400" dirty="0">
              <a:solidFill>
                <a:srgbClr val="354856"/>
              </a:solidFill>
              <a:latin typeface="Gotham Black" pitchFamily="50" charset="0"/>
              <a:ea typeface="Inter" panose="02000503000000020004" pitchFamily="2" charset="0"/>
              <a:cs typeface="Gotham Black" pitchFamily="50" charset="0"/>
            </a:endParaRPr>
          </a:p>
        </p:txBody>
      </p:sp>
      <p:pic>
        <p:nvPicPr>
          <p:cNvPr id="17" name="Picture 16" descr="RAVO&#10;&#10;AI-generated content may be incorrect.">
            <a:extLst>
              <a:ext uri="{FF2B5EF4-FFF2-40B4-BE49-F238E27FC236}">
                <a16:creationId xmlns:a16="http://schemas.microsoft.com/office/drawing/2014/main" id="{86AB78CA-B9B2-B730-A3ED-9F6E49238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2404" y="837984"/>
            <a:ext cx="2475138" cy="17552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59581-891E-8DD8-107F-8D5ED2361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D7E077E-A2C1-A1EC-7426-88C81E025AF3}"/>
              </a:ext>
            </a:extLst>
          </p:cNvPr>
          <p:cNvSpPr/>
          <p:nvPr/>
        </p:nvSpPr>
        <p:spPr>
          <a:xfrm>
            <a:off x="64008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400" normalizeH="0" baseline="0" noProof="0" dirty="0">
                <a:ln>
                  <a:noFill/>
                </a:ln>
                <a:solidFill>
                  <a:srgbClr val="71D2C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TRAVO  ·  TOTAL RISK ANALYSIS &amp; VALUE OPTIMIZATION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C09749-F2C1-CDC1-FF1C-9A6595ADD8D3}"/>
              </a:ext>
            </a:extLst>
          </p:cNvPr>
          <p:cNvSpPr/>
          <p:nvPr/>
        </p:nvSpPr>
        <p:spPr>
          <a:xfrm>
            <a:off x="640080" y="44805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i="0" u="none" strike="noStrike" kern="0" cap="none" spc="-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nken Grotesk" pitchFamily="2" charset="0"/>
                <a:ea typeface="Arial" pitchFamily="34" charset="-122"/>
                <a:cs typeface="Arial" pitchFamily="34" charset="-120"/>
              </a:rPr>
              <a:t>Service Catalogue</a:t>
            </a:r>
            <a:endParaRPr kumimoji="0" lang="en-US" sz="5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E6D311-D1FD-FCA5-E8E6-6241ED22F9E2}"/>
              </a:ext>
            </a:extLst>
          </p:cNvPr>
          <p:cNvSpPr/>
          <p:nvPr/>
        </p:nvSpPr>
        <p:spPr>
          <a:xfrm>
            <a:off x="640080" y="52120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i="0" u="none" strike="noStrike" kern="0" cap="none" spc="-300" normalizeH="0" baseline="0" noProof="0" dirty="0">
                <a:ln>
                  <a:noFill/>
                </a:ln>
                <a:solidFill>
                  <a:srgbClr val="71D2CF"/>
                </a:solidFill>
                <a:effectLst/>
                <a:uLnTx/>
                <a:uFillTx/>
                <a:latin typeface="Hanken Grotesk" pitchFamily="2" charset="0"/>
                <a:ea typeface="Arial" pitchFamily="34" charset="-122"/>
                <a:cs typeface="Arial" pitchFamily="34" charset="-120"/>
              </a:rPr>
              <a:t>&amp; Methodology</a:t>
            </a:r>
            <a:endParaRPr kumimoji="0" lang="en-US" sz="5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531E50-75E3-BB38-A1F5-BEEE118FA31F}"/>
              </a:ext>
            </a:extLst>
          </p:cNvPr>
          <p:cNvSpPr/>
          <p:nvPr/>
        </p:nvSpPr>
        <p:spPr>
          <a:xfrm>
            <a:off x="8686800" y="6263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93A4B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MAY 2026  ·  v.1.0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6603879-260F-7CDA-B9F0-B05C9AA77FD1}"/>
              </a:ext>
            </a:extLst>
          </p:cNvPr>
          <p:cNvSpPr/>
          <p:nvPr/>
        </p:nvSpPr>
        <p:spPr>
          <a:xfrm>
            <a:off x="0" y="6784848"/>
            <a:ext cx="2432304" cy="73152"/>
          </a:xfrm>
          <a:prstGeom prst="rect">
            <a:avLst/>
          </a:prstGeom>
          <a:solidFill>
            <a:srgbClr val="2C5251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33EEF91-8DBB-313F-5DE1-A59F3B7D5755}"/>
              </a:ext>
            </a:extLst>
          </p:cNvPr>
          <p:cNvSpPr/>
          <p:nvPr/>
        </p:nvSpPr>
        <p:spPr>
          <a:xfrm>
            <a:off x="2432304" y="6784848"/>
            <a:ext cx="2432304" cy="73152"/>
          </a:xfrm>
          <a:prstGeom prst="rect">
            <a:avLst/>
          </a:prstGeom>
          <a:solidFill>
            <a:srgbClr val="71D2CF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B3866B-44C3-F027-25FB-172BD3FECAFE}"/>
              </a:ext>
            </a:extLst>
          </p:cNvPr>
          <p:cNvSpPr/>
          <p:nvPr/>
        </p:nvSpPr>
        <p:spPr>
          <a:xfrm>
            <a:off x="4864608" y="6784848"/>
            <a:ext cx="2432304" cy="73152"/>
          </a:xfrm>
          <a:prstGeom prst="rect">
            <a:avLst/>
          </a:prstGeom>
          <a:solidFill>
            <a:srgbClr val="B2ECFF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EA3092E-8CF2-816D-A7AE-015DE8FAA373}"/>
              </a:ext>
            </a:extLst>
          </p:cNvPr>
          <p:cNvSpPr/>
          <p:nvPr/>
        </p:nvSpPr>
        <p:spPr>
          <a:xfrm>
            <a:off x="7296912" y="6784848"/>
            <a:ext cx="2432304" cy="73152"/>
          </a:xfrm>
          <a:prstGeom prst="rect">
            <a:avLst/>
          </a:prstGeom>
          <a:solidFill>
            <a:srgbClr val="FFB9BB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EA1906A-362E-3A98-D9FD-D7B0E85AC6B1}"/>
              </a:ext>
            </a:extLst>
          </p:cNvPr>
          <p:cNvSpPr/>
          <p:nvPr/>
        </p:nvSpPr>
        <p:spPr>
          <a:xfrm>
            <a:off x="9729216" y="6784848"/>
            <a:ext cx="2432304" cy="73152"/>
          </a:xfrm>
          <a:prstGeom prst="rect">
            <a:avLst/>
          </a:prstGeom>
          <a:solidFill>
            <a:srgbClr val="FF5B5E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The image describes a document highlighting the benefits of a free, credible font suite for publishing, including specific fonts like Hanken Grotesk, Newsreader, and IBM Plex Mono.&#10;&#10;AI-generated content may be incorrect.">
            <a:extLst>
              <a:ext uri="{FF2B5EF4-FFF2-40B4-BE49-F238E27FC236}">
                <a16:creationId xmlns:a16="http://schemas.microsoft.com/office/drawing/2014/main" id="{4FCB505C-67CA-09B2-4F73-395BC816F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378902"/>
            <a:ext cx="6487430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38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5DAA3-4C5C-3029-0DC6-97F06A58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D12CE5-541C-CBB0-1A08-417AD5AAAE49}"/>
              </a:ext>
            </a:extLst>
          </p:cNvPr>
          <p:cNvSpPr/>
          <p:nvPr/>
        </p:nvSpPr>
        <p:spPr>
          <a:xfrm>
            <a:off x="64008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400" normalizeH="0" baseline="0" noProof="0" dirty="0">
                <a:ln>
                  <a:noFill/>
                </a:ln>
                <a:solidFill>
                  <a:srgbClr val="71D2C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TRAVO  ·  TOTAL RISK ANALYSIS &amp; VALUE OPTIMIZATION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6FF4D3-2F67-6707-E7EC-5DB373546FB2}"/>
              </a:ext>
            </a:extLst>
          </p:cNvPr>
          <p:cNvSpPr/>
          <p:nvPr/>
        </p:nvSpPr>
        <p:spPr>
          <a:xfrm>
            <a:off x="640080" y="44805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i="0" u="none" strike="noStrike" kern="0" cap="none" spc="-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wsreader" panose="02000000000000000000" pitchFamily="2" charset="0"/>
                <a:ea typeface="Arial" pitchFamily="34" charset="-122"/>
                <a:cs typeface="Arial" pitchFamily="34" charset="-120"/>
              </a:rPr>
              <a:t>Service Catalogue</a:t>
            </a:r>
            <a:endParaRPr kumimoji="0" lang="en-US" sz="5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wsreader" panose="020000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C0CFBC-BBCD-4D2D-D9C9-5A977B8BBC8B}"/>
              </a:ext>
            </a:extLst>
          </p:cNvPr>
          <p:cNvSpPr/>
          <p:nvPr/>
        </p:nvSpPr>
        <p:spPr>
          <a:xfrm>
            <a:off x="640080" y="52120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i="0" u="none" strike="noStrike" kern="0" cap="none" spc="-300" normalizeH="0" baseline="0" noProof="0" dirty="0">
                <a:ln>
                  <a:noFill/>
                </a:ln>
                <a:solidFill>
                  <a:srgbClr val="71D2CF"/>
                </a:solidFill>
                <a:effectLst/>
                <a:uLnTx/>
                <a:uFillTx/>
                <a:latin typeface="Newsreader" panose="02000000000000000000" pitchFamily="2" charset="0"/>
                <a:ea typeface="Arial" pitchFamily="34" charset="-122"/>
                <a:cs typeface="Arial" pitchFamily="34" charset="-120"/>
              </a:rPr>
              <a:t>&amp; Methodology</a:t>
            </a:r>
            <a:endParaRPr kumimoji="0" lang="en-US" sz="5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wsreader" panose="02000000000000000000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A6F5B0-A5FF-B334-5B3B-47837277F436}"/>
              </a:ext>
            </a:extLst>
          </p:cNvPr>
          <p:cNvSpPr/>
          <p:nvPr/>
        </p:nvSpPr>
        <p:spPr>
          <a:xfrm>
            <a:off x="8686800" y="6263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93A4B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MAY 2026  ·  v.1.0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F1A49BC-7B30-E377-2A84-0E7B56C29D12}"/>
              </a:ext>
            </a:extLst>
          </p:cNvPr>
          <p:cNvSpPr/>
          <p:nvPr/>
        </p:nvSpPr>
        <p:spPr>
          <a:xfrm>
            <a:off x="0" y="6784848"/>
            <a:ext cx="2432304" cy="73152"/>
          </a:xfrm>
          <a:prstGeom prst="rect">
            <a:avLst/>
          </a:prstGeom>
          <a:solidFill>
            <a:srgbClr val="2C5251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D56BCE0-18C8-9CF5-BEF8-B817888989E3}"/>
              </a:ext>
            </a:extLst>
          </p:cNvPr>
          <p:cNvSpPr/>
          <p:nvPr/>
        </p:nvSpPr>
        <p:spPr>
          <a:xfrm>
            <a:off x="2432304" y="6784848"/>
            <a:ext cx="2432304" cy="73152"/>
          </a:xfrm>
          <a:prstGeom prst="rect">
            <a:avLst/>
          </a:prstGeom>
          <a:solidFill>
            <a:srgbClr val="71D2CF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3380573-8B6C-28E2-4F22-EA746EA0E178}"/>
              </a:ext>
            </a:extLst>
          </p:cNvPr>
          <p:cNvSpPr/>
          <p:nvPr/>
        </p:nvSpPr>
        <p:spPr>
          <a:xfrm>
            <a:off x="4864608" y="6784848"/>
            <a:ext cx="2432304" cy="73152"/>
          </a:xfrm>
          <a:prstGeom prst="rect">
            <a:avLst/>
          </a:prstGeom>
          <a:solidFill>
            <a:srgbClr val="B2ECFF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541B9C5-1148-8E58-9DD1-D78ACA94553C}"/>
              </a:ext>
            </a:extLst>
          </p:cNvPr>
          <p:cNvSpPr/>
          <p:nvPr/>
        </p:nvSpPr>
        <p:spPr>
          <a:xfrm>
            <a:off x="7296912" y="6784848"/>
            <a:ext cx="2432304" cy="73152"/>
          </a:xfrm>
          <a:prstGeom prst="rect">
            <a:avLst/>
          </a:prstGeom>
          <a:solidFill>
            <a:srgbClr val="FFB9BB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8F6FE6A-2EBA-D202-B427-0F57B1ADF7A6}"/>
              </a:ext>
            </a:extLst>
          </p:cNvPr>
          <p:cNvSpPr/>
          <p:nvPr/>
        </p:nvSpPr>
        <p:spPr>
          <a:xfrm>
            <a:off x="9729216" y="6784848"/>
            <a:ext cx="2432304" cy="73152"/>
          </a:xfrm>
          <a:prstGeom prst="rect">
            <a:avLst/>
          </a:prstGeom>
          <a:solidFill>
            <a:srgbClr val="FF5B5E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The image describes a document highlighting the benefits of a free, credible font suite for publishing, including specific fonts like Hanken Grotesk, Newsreader, and IBM Plex Mono.&#10;&#10;AI-generated content may be incorrect.">
            <a:extLst>
              <a:ext uri="{FF2B5EF4-FFF2-40B4-BE49-F238E27FC236}">
                <a16:creationId xmlns:a16="http://schemas.microsoft.com/office/drawing/2014/main" id="{CCACFCD0-E03F-AD19-4D2F-BBDF50D52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378902"/>
            <a:ext cx="6487430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377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3BE7A-A92D-4595-0A21-BBE58BD5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C125A2-A5AD-EF77-B6B4-F06638069E1A}"/>
              </a:ext>
            </a:extLst>
          </p:cNvPr>
          <p:cNvSpPr/>
          <p:nvPr/>
        </p:nvSpPr>
        <p:spPr>
          <a:xfrm>
            <a:off x="64008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400" normalizeH="0" baseline="0" noProof="0" dirty="0">
                <a:ln>
                  <a:noFill/>
                </a:ln>
                <a:solidFill>
                  <a:srgbClr val="71D2C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TRAVO  ·  TOTAL RISK ANALYSIS &amp; VALUE OPTIMIZATION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E2BFFB-851C-F561-2F11-59283C08A612}"/>
              </a:ext>
            </a:extLst>
          </p:cNvPr>
          <p:cNvSpPr/>
          <p:nvPr/>
        </p:nvSpPr>
        <p:spPr>
          <a:xfrm>
            <a:off x="640080" y="44805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i="0" u="none" strike="noStrike" kern="0" cap="none" spc="-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a" pitchFamily="2" charset="0"/>
                <a:ea typeface="Arial" pitchFamily="34" charset="-122"/>
                <a:cs typeface="Arial" pitchFamily="34" charset="-120"/>
              </a:rPr>
              <a:t>Service Catalogue</a:t>
            </a:r>
            <a:endParaRPr kumimoji="0" lang="en-US" sz="4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ora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78D9C4-C170-2B4F-F7DF-1969D3BA095A}"/>
              </a:ext>
            </a:extLst>
          </p:cNvPr>
          <p:cNvSpPr/>
          <p:nvPr/>
        </p:nvSpPr>
        <p:spPr>
          <a:xfrm>
            <a:off x="640080" y="52120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i="0" u="none" strike="noStrike" kern="0" cap="none" spc="-300" normalizeH="0" baseline="0" noProof="0" dirty="0">
                <a:ln>
                  <a:noFill/>
                </a:ln>
                <a:solidFill>
                  <a:srgbClr val="71D2CF"/>
                </a:solidFill>
                <a:effectLst/>
                <a:uLnTx/>
                <a:uFillTx/>
                <a:latin typeface="Lora" pitchFamily="2" charset="0"/>
                <a:ea typeface="Arial" pitchFamily="34" charset="-122"/>
                <a:cs typeface="Arial" pitchFamily="34" charset="-120"/>
              </a:rPr>
              <a:t>&amp; Methodology</a:t>
            </a:r>
            <a:endParaRPr kumimoji="0" lang="en-US" sz="4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ora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13AFFB-E8C4-E64C-2CDB-EA16DB2A068A}"/>
              </a:ext>
            </a:extLst>
          </p:cNvPr>
          <p:cNvSpPr/>
          <p:nvPr/>
        </p:nvSpPr>
        <p:spPr>
          <a:xfrm>
            <a:off x="8686800" y="6263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93A4B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MAY 2026  ·  v.1.0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9F6D9A8-0B31-9701-DD5F-C39F9730D34F}"/>
              </a:ext>
            </a:extLst>
          </p:cNvPr>
          <p:cNvSpPr/>
          <p:nvPr/>
        </p:nvSpPr>
        <p:spPr>
          <a:xfrm>
            <a:off x="0" y="6784848"/>
            <a:ext cx="2432304" cy="73152"/>
          </a:xfrm>
          <a:prstGeom prst="rect">
            <a:avLst/>
          </a:prstGeom>
          <a:solidFill>
            <a:srgbClr val="2C5251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820C969-C11A-3F88-914D-4CA095977ED1}"/>
              </a:ext>
            </a:extLst>
          </p:cNvPr>
          <p:cNvSpPr/>
          <p:nvPr/>
        </p:nvSpPr>
        <p:spPr>
          <a:xfrm>
            <a:off x="2432304" y="6784848"/>
            <a:ext cx="2432304" cy="73152"/>
          </a:xfrm>
          <a:prstGeom prst="rect">
            <a:avLst/>
          </a:prstGeom>
          <a:solidFill>
            <a:srgbClr val="71D2CF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8C74877-1DDD-55DF-B359-E9A2EB001DE3}"/>
              </a:ext>
            </a:extLst>
          </p:cNvPr>
          <p:cNvSpPr/>
          <p:nvPr/>
        </p:nvSpPr>
        <p:spPr>
          <a:xfrm>
            <a:off x="4864608" y="6784848"/>
            <a:ext cx="2432304" cy="73152"/>
          </a:xfrm>
          <a:prstGeom prst="rect">
            <a:avLst/>
          </a:prstGeom>
          <a:solidFill>
            <a:srgbClr val="B2ECFF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2A235D7-B651-FBF2-28F0-850C365DF002}"/>
              </a:ext>
            </a:extLst>
          </p:cNvPr>
          <p:cNvSpPr/>
          <p:nvPr/>
        </p:nvSpPr>
        <p:spPr>
          <a:xfrm>
            <a:off x="7296912" y="6784848"/>
            <a:ext cx="2432304" cy="73152"/>
          </a:xfrm>
          <a:prstGeom prst="rect">
            <a:avLst/>
          </a:prstGeom>
          <a:solidFill>
            <a:srgbClr val="FFB9BB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A94BF2F-05A9-913A-F701-37ED9A6EE0C2}"/>
              </a:ext>
            </a:extLst>
          </p:cNvPr>
          <p:cNvSpPr/>
          <p:nvPr/>
        </p:nvSpPr>
        <p:spPr>
          <a:xfrm>
            <a:off x="9729216" y="6784848"/>
            <a:ext cx="2432304" cy="73152"/>
          </a:xfrm>
          <a:prstGeom prst="rect">
            <a:avLst/>
          </a:prstGeom>
          <a:solidFill>
            <a:srgbClr val="FF5B5E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The image describes a document highlighting the benefits of a free, credible font suite for publishing, including specific fonts like Hanken Grotesk, Newsreader, and IBM Plex Mono.&#10;&#10;AI-generated content may be incorrect.">
            <a:extLst>
              <a:ext uri="{FF2B5EF4-FFF2-40B4-BE49-F238E27FC236}">
                <a16:creationId xmlns:a16="http://schemas.microsoft.com/office/drawing/2014/main" id="{B2F786F9-6F5E-8583-45E1-960405228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378902"/>
            <a:ext cx="6487430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31831-D6FD-DEEA-AFC7-E814674F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65A68E-E3C4-6300-A853-77E58744A12C}"/>
              </a:ext>
            </a:extLst>
          </p:cNvPr>
          <p:cNvSpPr/>
          <p:nvPr/>
        </p:nvSpPr>
        <p:spPr>
          <a:xfrm>
            <a:off x="64008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400" normalizeH="0" baseline="0" noProof="0" dirty="0">
                <a:ln>
                  <a:noFill/>
                </a:ln>
                <a:solidFill>
                  <a:srgbClr val="71D2C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TRAVO  ·  TOTAL RISK ANALYSIS &amp; VALUE OPTIMIZATION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FDF2AE-254E-1453-C901-31E31FA136A8}"/>
              </a:ext>
            </a:extLst>
          </p:cNvPr>
          <p:cNvSpPr/>
          <p:nvPr/>
        </p:nvSpPr>
        <p:spPr>
          <a:xfrm>
            <a:off x="640080" y="44805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Mono" panose="020B0509050203000203" pitchFamily="49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C5E509-7A2C-D9C0-1E36-27719CEABF26}"/>
              </a:ext>
            </a:extLst>
          </p:cNvPr>
          <p:cNvSpPr/>
          <p:nvPr/>
        </p:nvSpPr>
        <p:spPr>
          <a:xfrm>
            <a:off x="640080" y="52120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0" i="0" u="none" strike="noStrike" kern="0" cap="none" spc="-300" normalizeH="0" baseline="0" noProof="0" dirty="0">
                <a:ln>
                  <a:noFill/>
                </a:ln>
                <a:solidFill>
                  <a:srgbClr val="71D2CF"/>
                </a:solidFill>
                <a:effectLst/>
                <a:uLnTx/>
                <a:uFillTx/>
                <a:latin typeface="IBM Plex Mono" panose="020B0509050203000203" pitchFamily="49" charset="0"/>
                <a:ea typeface="Arial" pitchFamily="34" charset="-122"/>
                <a:cs typeface="Arial" pitchFamily="34" charset="-120"/>
              </a:rPr>
              <a:t>123456789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Mono" panose="020B0509050203000203" pitchFamily="49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785989-F3BA-D370-4C3B-00C2E956F0FC}"/>
              </a:ext>
            </a:extLst>
          </p:cNvPr>
          <p:cNvSpPr/>
          <p:nvPr/>
        </p:nvSpPr>
        <p:spPr>
          <a:xfrm>
            <a:off x="8686800" y="6263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 dirty="0">
                <a:ln>
                  <a:noFill/>
                </a:ln>
                <a:solidFill>
                  <a:srgbClr val="93A4B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MAY 2026  ·  v.1.0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B7D572C-DBB8-A8B4-B6FC-EFE5453052A5}"/>
              </a:ext>
            </a:extLst>
          </p:cNvPr>
          <p:cNvSpPr/>
          <p:nvPr/>
        </p:nvSpPr>
        <p:spPr>
          <a:xfrm>
            <a:off x="0" y="6784848"/>
            <a:ext cx="2432304" cy="73152"/>
          </a:xfrm>
          <a:prstGeom prst="rect">
            <a:avLst/>
          </a:prstGeom>
          <a:solidFill>
            <a:srgbClr val="2C5251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84AC100-DA41-A8A7-BF9A-B091F2AD5D65}"/>
              </a:ext>
            </a:extLst>
          </p:cNvPr>
          <p:cNvSpPr/>
          <p:nvPr/>
        </p:nvSpPr>
        <p:spPr>
          <a:xfrm>
            <a:off x="2432304" y="6784848"/>
            <a:ext cx="2432304" cy="73152"/>
          </a:xfrm>
          <a:prstGeom prst="rect">
            <a:avLst/>
          </a:prstGeom>
          <a:solidFill>
            <a:srgbClr val="71D2CF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2A12557-EE27-278C-1345-A3F831EE2FF6}"/>
              </a:ext>
            </a:extLst>
          </p:cNvPr>
          <p:cNvSpPr/>
          <p:nvPr/>
        </p:nvSpPr>
        <p:spPr>
          <a:xfrm>
            <a:off x="4864608" y="6784848"/>
            <a:ext cx="2432304" cy="73152"/>
          </a:xfrm>
          <a:prstGeom prst="rect">
            <a:avLst/>
          </a:prstGeom>
          <a:solidFill>
            <a:srgbClr val="B2ECFF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6BA794E-C386-E70D-2F1F-58194BA9187D}"/>
              </a:ext>
            </a:extLst>
          </p:cNvPr>
          <p:cNvSpPr/>
          <p:nvPr/>
        </p:nvSpPr>
        <p:spPr>
          <a:xfrm>
            <a:off x="7296912" y="6784848"/>
            <a:ext cx="2432304" cy="73152"/>
          </a:xfrm>
          <a:prstGeom prst="rect">
            <a:avLst/>
          </a:prstGeom>
          <a:solidFill>
            <a:srgbClr val="FFB9BB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514CAF0-9569-A147-CE22-E7ADB7F3E90C}"/>
              </a:ext>
            </a:extLst>
          </p:cNvPr>
          <p:cNvSpPr/>
          <p:nvPr/>
        </p:nvSpPr>
        <p:spPr>
          <a:xfrm>
            <a:off x="9729216" y="6784848"/>
            <a:ext cx="2432304" cy="73152"/>
          </a:xfrm>
          <a:prstGeom prst="rect">
            <a:avLst/>
          </a:prstGeom>
          <a:solidFill>
            <a:srgbClr val="FF5B5E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The image describes a document highlighting the benefits of a free, credible font suite for publishing, including specific fonts like Hanken Grotesk, Newsreader, and IBM Plex Mono.&#10;&#10;AI-generated content may be incorrect.">
            <a:extLst>
              <a:ext uri="{FF2B5EF4-FFF2-40B4-BE49-F238E27FC236}">
                <a16:creationId xmlns:a16="http://schemas.microsoft.com/office/drawing/2014/main" id="{90164F91-D0B1-342D-0269-934D37A78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378902"/>
            <a:ext cx="6487430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15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49C6C-BEB0-920C-A2E2-4B0D7F9A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6E0AA5-1223-B80A-CDF9-6E2654D2C8FC}"/>
              </a:ext>
            </a:extLst>
          </p:cNvPr>
          <p:cNvSpPr/>
          <p:nvPr/>
        </p:nvSpPr>
        <p:spPr>
          <a:xfrm>
            <a:off x="3491258" y="2040706"/>
            <a:ext cx="868732" cy="1011743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113</a:t>
            </a:r>
          </a:p>
          <a:p>
            <a:pPr algn="ctr"/>
            <a:r>
              <a:rPr lang="en-US" sz="1200" dirty="0"/>
              <a:t>210</a:t>
            </a:r>
          </a:p>
          <a:p>
            <a:pPr algn="ctr"/>
            <a:r>
              <a:rPr lang="en-US" sz="1200" dirty="0"/>
              <a:t>207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7DBC1B-B036-5FD8-C715-70F9BDAFDC40}"/>
              </a:ext>
            </a:extLst>
          </p:cNvPr>
          <p:cNvSpPr/>
          <p:nvPr/>
        </p:nvSpPr>
        <p:spPr>
          <a:xfrm>
            <a:off x="4468238" y="2040706"/>
            <a:ext cx="868732" cy="1011743"/>
          </a:xfrm>
          <a:prstGeom prst="rect">
            <a:avLst/>
          </a:prstGeom>
          <a:solidFill>
            <a:srgbClr val="2C52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44</a:t>
            </a:r>
          </a:p>
          <a:p>
            <a:pPr algn="ctr"/>
            <a:r>
              <a:rPr lang="en-US" sz="1200" dirty="0"/>
              <a:t>82</a:t>
            </a:r>
          </a:p>
          <a:p>
            <a:pPr algn="ctr"/>
            <a:r>
              <a:rPr lang="en-US" sz="1200" dirty="0"/>
              <a:t>81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8256A0-DDE7-589F-A2A9-D6C95621092A}"/>
              </a:ext>
            </a:extLst>
          </p:cNvPr>
          <p:cNvSpPr/>
          <p:nvPr/>
        </p:nvSpPr>
        <p:spPr>
          <a:xfrm>
            <a:off x="655426" y="2040705"/>
            <a:ext cx="868732" cy="1011743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255</a:t>
            </a:r>
          </a:p>
          <a:p>
            <a:pPr algn="ctr"/>
            <a:r>
              <a:rPr lang="en-US" sz="1200" dirty="0"/>
              <a:t>91</a:t>
            </a:r>
          </a:p>
          <a:p>
            <a:pPr algn="ctr"/>
            <a:r>
              <a:rPr lang="en-US" sz="1200" dirty="0"/>
              <a:t>94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5F275B-9F2C-FE74-8736-2942047D3128}"/>
              </a:ext>
            </a:extLst>
          </p:cNvPr>
          <p:cNvSpPr/>
          <p:nvPr/>
        </p:nvSpPr>
        <p:spPr>
          <a:xfrm>
            <a:off x="1556685" y="2040703"/>
            <a:ext cx="914400" cy="1011743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255</a:t>
            </a:r>
          </a:p>
          <a:p>
            <a:pPr algn="ctr"/>
            <a:r>
              <a:rPr lang="en-US" sz="1200" dirty="0"/>
              <a:t>185</a:t>
            </a:r>
          </a:p>
          <a:p>
            <a:pPr algn="ctr"/>
            <a:r>
              <a:rPr lang="en-US" sz="1200" dirty="0"/>
              <a:t>187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FDDF08-E695-0AB6-AED6-5395EE74B97B}"/>
              </a:ext>
            </a:extLst>
          </p:cNvPr>
          <p:cNvSpPr/>
          <p:nvPr/>
        </p:nvSpPr>
        <p:spPr>
          <a:xfrm>
            <a:off x="9575040" y="2040702"/>
            <a:ext cx="918147" cy="1011745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30</a:t>
            </a:r>
          </a:p>
          <a:p>
            <a:pPr algn="ctr"/>
            <a:r>
              <a:rPr lang="en-US" sz="1200" dirty="0"/>
              <a:t>30</a:t>
            </a:r>
          </a:p>
          <a:p>
            <a:pPr algn="ctr"/>
            <a:r>
              <a:rPr lang="en-US" sz="1200" dirty="0"/>
              <a:t>46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9FD84B-1499-3309-7D7C-5AAC5028BF9C}"/>
              </a:ext>
            </a:extLst>
          </p:cNvPr>
          <p:cNvSpPr/>
          <p:nvPr/>
        </p:nvSpPr>
        <p:spPr>
          <a:xfrm>
            <a:off x="8630588" y="2040701"/>
            <a:ext cx="918147" cy="1011745"/>
          </a:xfrm>
          <a:prstGeom prst="rect">
            <a:avLst/>
          </a:prstGeom>
          <a:solidFill>
            <a:srgbClr val="2C2D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44</a:t>
            </a:r>
          </a:p>
          <a:p>
            <a:pPr algn="ctr"/>
            <a:r>
              <a:rPr lang="en-US" sz="1200" dirty="0"/>
              <a:t>45</a:t>
            </a:r>
          </a:p>
          <a:p>
            <a:pPr algn="ctr"/>
            <a:r>
              <a:rPr lang="en-US" sz="1200" dirty="0"/>
              <a:t>82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5D23B8-1929-E277-4D68-86D80E777FBD}"/>
              </a:ext>
            </a:extLst>
          </p:cNvPr>
          <p:cNvSpPr/>
          <p:nvPr/>
        </p:nvSpPr>
        <p:spPr>
          <a:xfrm>
            <a:off x="6406770" y="2040702"/>
            <a:ext cx="868732" cy="1011744"/>
          </a:xfrm>
          <a:prstGeom prst="rect">
            <a:avLst/>
          </a:prstGeom>
          <a:solidFill>
            <a:srgbClr val="93A4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147</a:t>
            </a:r>
          </a:p>
          <a:p>
            <a:pPr algn="ctr"/>
            <a:r>
              <a:rPr lang="en-US" sz="1200" dirty="0"/>
              <a:t>164</a:t>
            </a:r>
          </a:p>
          <a:p>
            <a:pPr algn="ctr"/>
            <a:r>
              <a:rPr lang="en-US" sz="1200" dirty="0"/>
              <a:t>179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2F5FB-E7FA-B1F0-E58D-D90342CA4F9F}"/>
              </a:ext>
            </a:extLst>
          </p:cNvPr>
          <p:cNvSpPr txBox="1"/>
          <p:nvPr/>
        </p:nvSpPr>
        <p:spPr>
          <a:xfrm>
            <a:off x="373279" y="794050"/>
            <a:ext cx="274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otham" pitchFamily="50" charset="0"/>
                <a:cs typeface="Gotham" pitchFamily="50" charset="0"/>
              </a:rPr>
              <a:t>Final Palette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5FD025-237E-3E7C-7676-90CC4A362B55}"/>
              </a:ext>
            </a:extLst>
          </p:cNvPr>
          <p:cNvSpPr/>
          <p:nvPr/>
        </p:nvSpPr>
        <p:spPr>
          <a:xfrm>
            <a:off x="2529706" y="2040706"/>
            <a:ext cx="868732" cy="1011743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197</a:t>
            </a:r>
          </a:p>
          <a:p>
            <a:pPr algn="ctr"/>
            <a:r>
              <a:rPr lang="en-US" sz="1200" dirty="0"/>
              <a:t>236</a:t>
            </a:r>
          </a:p>
          <a:p>
            <a:pPr algn="ctr"/>
            <a:r>
              <a:rPr lang="en-US" sz="1200" dirty="0"/>
              <a:t>254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81611E-C7E3-7F53-6B51-3E3275D1E744}"/>
              </a:ext>
            </a:extLst>
          </p:cNvPr>
          <p:cNvSpPr/>
          <p:nvPr/>
        </p:nvSpPr>
        <p:spPr>
          <a:xfrm>
            <a:off x="3491258" y="3204849"/>
            <a:ext cx="868732" cy="1011743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89</a:t>
            </a:r>
          </a:p>
          <a:p>
            <a:pPr algn="ctr"/>
            <a:r>
              <a:rPr lang="en-US" sz="1200" dirty="0"/>
              <a:t>209</a:t>
            </a:r>
          </a:p>
          <a:p>
            <a:pPr algn="ctr"/>
            <a:r>
              <a:rPr lang="en-US" sz="1200" dirty="0"/>
              <a:t>206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5CB03D-5E64-0199-131D-31FC086F9EA4}"/>
              </a:ext>
            </a:extLst>
          </p:cNvPr>
          <p:cNvSpPr/>
          <p:nvPr/>
        </p:nvSpPr>
        <p:spPr>
          <a:xfrm>
            <a:off x="4468238" y="3204849"/>
            <a:ext cx="868732" cy="1011743"/>
          </a:xfrm>
          <a:prstGeom prst="rect">
            <a:avLst/>
          </a:prstGeom>
          <a:solidFill>
            <a:srgbClr val="2C3E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44</a:t>
            </a:r>
          </a:p>
          <a:p>
            <a:pPr algn="ctr"/>
            <a:r>
              <a:rPr lang="en-US" sz="1200" dirty="0"/>
              <a:t>62</a:t>
            </a:r>
          </a:p>
          <a:p>
            <a:pPr algn="ctr"/>
            <a:r>
              <a:rPr lang="en-US" sz="1200" dirty="0"/>
              <a:t>81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8BB326-3A28-4D09-4BA0-A68E63B097A6}"/>
              </a:ext>
            </a:extLst>
          </p:cNvPr>
          <p:cNvSpPr/>
          <p:nvPr/>
        </p:nvSpPr>
        <p:spPr>
          <a:xfrm>
            <a:off x="4468238" y="921095"/>
            <a:ext cx="868732" cy="1011743"/>
          </a:xfrm>
          <a:prstGeom prst="rect">
            <a:avLst/>
          </a:prstGeom>
          <a:solidFill>
            <a:srgbClr val="1854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24</a:t>
            </a:r>
          </a:p>
          <a:p>
            <a:pPr algn="ctr"/>
            <a:r>
              <a:rPr lang="en-US" sz="1200" dirty="0"/>
              <a:t>84</a:t>
            </a:r>
          </a:p>
          <a:p>
            <a:pPr algn="ctr"/>
            <a:r>
              <a:rPr lang="en-US" sz="1200" dirty="0"/>
              <a:t>83</a:t>
            </a:r>
            <a:endParaRPr lang="en-US" dirty="0"/>
          </a:p>
        </p:txBody>
      </p:sp>
      <p:pic>
        <p:nvPicPr>
          <p:cNvPr id="13" name="Picture 12" descr="A color swatch chart detailing various Pantone shades, including Blue, Green, and Black, with specifications for color matching and printing requirements.&#10;&#10;AI-generated content may be incorrect.">
            <a:extLst>
              <a:ext uri="{FF2B5EF4-FFF2-40B4-BE49-F238E27FC236}">
                <a16:creationId xmlns:a16="http://schemas.microsoft.com/office/drawing/2014/main" id="{F5FEC06E-A436-1C72-685B-CD62A2532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502" y="3543766"/>
            <a:ext cx="3311937" cy="28831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26599CF-FEBE-2EF7-CB89-2DA50CE294BD}"/>
              </a:ext>
            </a:extLst>
          </p:cNvPr>
          <p:cNvSpPr txBox="1"/>
          <p:nvPr/>
        </p:nvSpPr>
        <p:spPr>
          <a:xfrm>
            <a:off x="3398438" y="4216592"/>
            <a:ext cx="219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Travo teal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DE43E5-E194-5BFE-40BD-89A8EBC9B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26" y="4687537"/>
            <a:ext cx="3311937" cy="17393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C70F382-973C-5B1D-4625-C9A12EBDDA43}"/>
              </a:ext>
            </a:extLst>
          </p:cNvPr>
          <p:cNvSpPr/>
          <p:nvPr/>
        </p:nvSpPr>
        <p:spPr>
          <a:xfrm>
            <a:off x="6999661" y="431075"/>
            <a:ext cx="868732" cy="1011743"/>
          </a:xfrm>
          <a:prstGeom prst="rect">
            <a:avLst/>
          </a:prstGeom>
          <a:solidFill>
            <a:srgbClr val="2C52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44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82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81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20" name="Picture 19" descr="The image displays a vibrant teal color with RGB values (84, 209, 204), CMYK (54, D1, CC), and HEX code #54D1CC, along with color values in LAB and HSL formats, and a chroma of 60%.&#10;&#10;AI-generated content may be incorrect.">
            <a:extLst>
              <a:ext uri="{FF2B5EF4-FFF2-40B4-BE49-F238E27FC236}">
                <a16:creationId xmlns:a16="http://schemas.microsoft.com/office/drawing/2014/main" id="{34855AE4-68E3-DBAB-E5A3-379CDA00F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372" y="4519811"/>
            <a:ext cx="2930289" cy="207483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F5EB738-EDB1-E8BA-448B-50AD0DEC2E67}"/>
              </a:ext>
            </a:extLst>
          </p:cNvPr>
          <p:cNvSpPr/>
          <p:nvPr/>
        </p:nvSpPr>
        <p:spPr>
          <a:xfrm>
            <a:off x="5457209" y="3204849"/>
            <a:ext cx="868732" cy="1011743"/>
          </a:xfrm>
          <a:prstGeom prst="rect">
            <a:avLst/>
          </a:prstGeom>
          <a:solidFill>
            <a:srgbClr val="54D1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84</a:t>
            </a:r>
          </a:p>
          <a:p>
            <a:pPr algn="ctr"/>
            <a:r>
              <a:rPr lang="en-US" sz="1200" dirty="0"/>
              <a:t>209</a:t>
            </a:r>
          </a:p>
          <a:p>
            <a:pPr algn="ctr"/>
            <a:r>
              <a:rPr lang="en-US" sz="1200" dirty="0"/>
              <a:t>204</a:t>
            </a:r>
            <a:endParaRPr lang="en-US" dirty="0"/>
          </a:p>
        </p:txBody>
      </p:sp>
      <p:pic>
        <p:nvPicPr>
          <p:cNvPr id="24" name="Picture 23" descr="The image displays a teal color swatch with RGB values (148, 209, 207), CMYK values (94D1CF), a hex code (#94D1CF), and HSL/LAB/LABLABLA data, along with an edit mode showing chroma, hue, and luminance/lightness percentages.&#10;&#10;AI-generated content may be incorrect.">
            <a:extLst>
              <a:ext uri="{FF2B5EF4-FFF2-40B4-BE49-F238E27FC236}">
                <a16:creationId xmlns:a16="http://schemas.microsoft.com/office/drawing/2014/main" id="{D4E15C39-6134-D24B-0866-5F3949DB3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812" y="-35999"/>
            <a:ext cx="3168960" cy="191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969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EB5F5-CA38-2075-DAD5-C3D258A6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76F699A-E0CE-C25C-20E0-CD350DD0D7BB}"/>
              </a:ext>
            </a:extLst>
          </p:cNvPr>
          <p:cNvSpPr/>
          <p:nvPr/>
        </p:nvSpPr>
        <p:spPr>
          <a:xfrm>
            <a:off x="655426" y="2040705"/>
            <a:ext cx="868732" cy="1011743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255</a:t>
            </a:r>
          </a:p>
          <a:p>
            <a:pPr algn="ctr"/>
            <a:r>
              <a:rPr lang="en-US" sz="1200" dirty="0"/>
              <a:t>91</a:t>
            </a:r>
          </a:p>
          <a:p>
            <a:pPr algn="ctr"/>
            <a:r>
              <a:rPr lang="en-US" sz="1200" dirty="0"/>
              <a:t>94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161C03-11C7-9F5F-F93E-10012D7167FE}"/>
              </a:ext>
            </a:extLst>
          </p:cNvPr>
          <p:cNvSpPr/>
          <p:nvPr/>
        </p:nvSpPr>
        <p:spPr>
          <a:xfrm>
            <a:off x="1556685" y="2040703"/>
            <a:ext cx="914400" cy="1011743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255</a:t>
            </a:r>
          </a:p>
          <a:p>
            <a:pPr algn="ctr"/>
            <a:r>
              <a:rPr lang="en-US" sz="1200" dirty="0"/>
              <a:t>185</a:t>
            </a:r>
          </a:p>
          <a:p>
            <a:pPr algn="ctr"/>
            <a:r>
              <a:rPr lang="en-US" sz="1200" dirty="0"/>
              <a:t>187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43B7C9-321E-3052-C10A-FD7DE08E9433}"/>
              </a:ext>
            </a:extLst>
          </p:cNvPr>
          <p:cNvSpPr/>
          <p:nvPr/>
        </p:nvSpPr>
        <p:spPr>
          <a:xfrm>
            <a:off x="6335005" y="2040690"/>
            <a:ext cx="918147" cy="1011745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30</a:t>
            </a:r>
          </a:p>
          <a:p>
            <a:pPr algn="ctr"/>
            <a:r>
              <a:rPr lang="en-US" sz="1200" dirty="0"/>
              <a:t>30</a:t>
            </a:r>
          </a:p>
          <a:p>
            <a:pPr algn="ctr"/>
            <a:r>
              <a:rPr lang="en-US" sz="1200" dirty="0"/>
              <a:t>46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765EA4-AFD3-EBA3-A6B5-68CE80DBE086}"/>
              </a:ext>
            </a:extLst>
          </p:cNvPr>
          <p:cNvSpPr/>
          <p:nvPr/>
        </p:nvSpPr>
        <p:spPr>
          <a:xfrm>
            <a:off x="5320187" y="2040698"/>
            <a:ext cx="918147" cy="1011745"/>
          </a:xfrm>
          <a:prstGeom prst="rect">
            <a:avLst/>
          </a:prstGeom>
          <a:solidFill>
            <a:srgbClr val="2C2D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44</a:t>
            </a:r>
          </a:p>
          <a:p>
            <a:pPr algn="ctr"/>
            <a:r>
              <a:rPr lang="en-US" sz="1200" dirty="0"/>
              <a:t>45</a:t>
            </a:r>
          </a:p>
          <a:p>
            <a:pPr algn="ctr"/>
            <a:r>
              <a:rPr lang="en-US" sz="1200" dirty="0"/>
              <a:t>82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0A1403-AC50-28E6-B843-9997B345F9B9}"/>
              </a:ext>
            </a:extLst>
          </p:cNvPr>
          <p:cNvSpPr/>
          <p:nvPr/>
        </p:nvSpPr>
        <p:spPr>
          <a:xfrm>
            <a:off x="5301181" y="4985345"/>
            <a:ext cx="868732" cy="1011744"/>
          </a:xfrm>
          <a:prstGeom prst="rect">
            <a:avLst/>
          </a:prstGeom>
          <a:solidFill>
            <a:srgbClr val="93A4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147</a:t>
            </a:r>
          </a:p>
          <a:p>
            <a:pPr algn="ctr"/>
            <a:r>
              <a:rPr lang="en-US" sz="1200" dirty="0"/>
              <a:t>164</a:t>
            </a:r>
          </a:p>
          <a:p>
            <a:pPr algn="ctr"/>
            <a:r>
              <a:rPr lang="en-US" sz="1200" dirty="0"/>
              <a:t>179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EE6676-BEC9-B606-ECB5-A1204DA6D976}"/>
              </a:ext>
            </a:extLst>
          </p:cNvPr>
          <p:cNvSpPr txBox="1"/>
          <p:nvPr/>
        </p:nvSpPr>
        <p:spPr>
          <a:xfrm>
            <a:off x="373279" y="794050"/>
            <a:ext cx="274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otham" pitchFamily="50" charset="0"/>
                <a:cs typeface="Gotham" pitchFamily="50" charset="0"/>
              </a:rPr>
              <a:t>Final Palette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C917AD-85C1-D9CF-D96E-4B30A30960D9}"/>
              </a:ext>
            </a:extLst>
          </p:cNvPr>
          <p:cNvSpPr/>
          <p:nvPr/>
        </p:nvSpPr>
        <p:spPr>
          <a:xfrm>
            <a:off x="2529706" y="2040706"/>
            <a:ext cx="868732" cy="1011743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197</a:t>
            </a:r>
          </a:p>
          <a:p>
            <a:pPr algn="ctr"/>
            <a:r>
              <a:rPr lang="en-US" sz="1200" dirty="0"/>
              <a:t>236</a:t>
            </a:r>
          </a:p>
          <a:p>
            <a:pPr algn="ctr"/>
            <a:r>
              <a:rPr lang="en-US" sz="1200" dirty="0"/>
              <a:t>254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502C34-19A5-10D0-BFAB-059824B9496C}"/>
              </a:ext>
            </a:extLst>
          </p:cNvPr>
          <p:cNvSpPr/>
          <p:nvPr/>
        </p:nvSpPr>
        <p:spPr>
          <a:xfrm>
            <a:off x="3456863" y="2040700"/>
            <a:ext cx="868732" cy="1011743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89</a:t>
            </a:r>
          </a:p>
          <a:p>
            <a:pPr algn="ctr"/>
            <a:r>
              <a:rPr lang="en-US" sz="1200" dirty="0"/>
              <a:t>209</a:t>
            </a:r>
          </a:p>
          <a:p>
            <a:pPr algn="ctr"/>
            <a:r>
              <a:rPr lang="en-US" sz="1200" dirty="0"/>
              <a:t>206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241707-CD5B-5653-B49C-798B0F9845CD}"/>
              </a:ext>
            </a:extLst>
          </p:cNvPr>
          <p:cNvSpPr/>
          <p:nvPr/>
        </p:nvSpPr>
        <p:spPr>
          <a:xfrm>
            <a:off x="4384020" y="2040701"/>
            <a:ext cx="868732" cy="1011743"/>
          </a:xfrm>
          <a:prstGeom prst="rect">
            <a:avLst/>
          </a:prstGeom>
          <a:solidFill>
            <a:srgbClr val="1854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24</a:t>
            </a:r>
          </a:p>
          <a:p>
            <a:pPr algn="ctr"/>
            <a:r>
              <a:rPr lang="en-US" sz="1200" dirty="0"/>
              <a:t>84</a:t>
            </a:r>
          </a:p>
          <a:p>
            <a:pPr algn="ctr"/>
            <a:r>
              <a:rPr lang="en-US" sz="1200" dirty="0"/>
              <a:t>83</a:t>
            </a:r>
            <a:endParaRPr lang="en-US" dirty="0"/>
          </a:p>
        </p:txBody>
      </p:sp>
      <p:pic>
        <p:nvPicPr>
          <p:cNvPr id="13" name="Picture 12" descr="A color swatch chart detailing various Pantone shades, including Blue, Green, and Black, with specifications for color matching and printing requirements.&#10;&#10;AI-generated content may be incorrect.">
            <a:extLst>
              <a:ext uri="{FF2B5EF4-FFF2-40B4-BE49-F238E27FC236}">
                <a16:creationId xmlns:a16="http://schemas.microsoft.com/office/drawing/2014/main" id="{2DAF407A-EFB4-9446-9412-CAE0B0D9D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502" y="3543766"/>
            <a:ext cx="3311937" cy="28831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5C4F95-AF5E-C9D4-F61C-6A02D2A66438}"/>
              </a:ext>
            </a:extLst>
          </p:cNvPr>
          <p:cNvSpPr txBox="1"/>
          <p:nvPr/>
        </p:nvSpPr>
        <p:spPr>
          <a:xfrm>
            <a:off x="3398438" y="4216592"/>
            <a:ext cx="219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Travo teal</a:t>
            </a:r>
          </a:p>
        </p:txBody>
      </p:sp>
    </p:spTree>
    <p:extLst>
      <p:ext uri="{BB962C8B-B14F-4D97-AF65-F5344CB8AC3E}">
        <p14:creationId xmlns:p14="http://schemas.microsoft.com/office/powerpoint/2010/main" val="1202541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7F292-BAEC-3465-EFC0-F70E36E52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0423C33-23E9-1239-709E-AE3D86D6A2A9}"/>
              </a:ext>
            </a:extLst>
          </p:cNvPr>
          <p:cNvSpPr/>
          <p:nvPr/>
        </p:nvSpPr>
        <p:spPr>
          <a:xfrm>
            <a:off x="655426" y="2040705"/>
            <a:ext cx="868732" cy="1011743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255</a:t>
            </a:r>
          </a:p>
          <a:p>
            <a:pPr algn="ctr"/>
            <a:r>
              <a:rPr lang="en-US" sz="1200" dirty="0"/>
              <a:t>91</a:t>
            </a:r>
          </a:p>
          <a:p>
            <a:pPr algn="ctr"/>
            <a:r>
              <a:rPr lang="en-US" sz="1200" dirty="0"/>
              <a:t>94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E9105F-543B-3A37-0860-5193007C3137}"/>
              </a:ext>
            </a:extLst>
          </p:cNvPr>
          <p:cNvSpPr/>
          <p:nvPr/>
        </p:nvSpPr>
        <p:spPr>
          <a:xfrm>
            <a:off x="1556685" y="2040703"/>
            <a:ext cx="914400" cy="1011743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255</a:t>
            </a:r>
          </a:p>
          <a:p>
            <a:pPr algn="ctr"/>
            <a:r>
              <a:rPr lang="en-US" sz="1200" dirty="0"/>
              <a:t>185</a:t>
            </a:r>
          </a:p>
          <a:p>
            <a:pPr algn="ctr"/>
            <a:r>
              <a:rPr lang="en-US" sz="1200" dirty="0"/>
              <a:t>187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B7E2A5-D5AF-639C-26EF-CB31780DA95C}"/>
              </a:ext>
            </a:extLst>
          </p:cNvPr>
          <p:cNvSpPr/>
          <p:nvPr/>
        </p:nvSpPr>
        <p:spPr>
          <a:xfrm>
            <a:off x="5276473" y="2039122"/>
            <a:ext cx="918147" cy="1011745"/>
          </a:xfrm>
          <a:prstGeom prst="rect">
            <a:avLst/>
          </a:prstGeom>
          <a:solidFill>
            <a:srgbClr val="2C2D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44</a:t>
            </a:r>
          </a:p>
          <a:p>
            <a:pPr algn="ctr"/>
            <a:r>
              <a:rPr lang="en-US" sz="1200" dirty="0"/>
              <a:t>45</a:t>
            </a:r>
          </a:p>
          <a:p>
            <a:pPr algn="ctr"/>
            <a:r>
              <a:rPr lang="en-US" sz="1200" dirty="0"/>
              <a:t>82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77FCB5-62E3-2701-06A8-70783F5D07A2}"/>
              </a:ext>
            </a:extLst>
          </p:cNvPr>
          <p:cNvSpPr/>
          <p:nvPr/>
        </p:nvSpPr>
        <p:spPr>
          <a:xfrm>
            <a:off x="5301181" y="4985345"/>
            <a:ext cx="868732" cy="1011744"/>
          </a:xfrm>
          <a:prstGeom prst="rect">
            <a:avLst/>
          </a:prstGeom>
          <a:solidFill>
            <a:srgbClr val="93A4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147</a:t>
            </a:r>
          </a:p>
          <a:p>
            <a:pPr algn="ctr"/>
            <a:r>
              <a:rPr lang="en-US" sz="1200" dirty="0"/>
              <a:t>164</a:t>
            </a:r>
          </a:p>
          <a:p>
            <a:pPr algn="ctr"/>
            <a:r>
              <a:rPr lang="en-US" sz="1200" dirty="0"/>
              <a:t>179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436CD0-8CCB-14F8-DB0D-DB93ADEF76CF}"/>
              </a:ext>
            </a:extLst>
          </p:cNvPr>
          <p:cNvSpPr txBox="1"/>
          <p:nvPr/>
        </p:nvSpPr>
        <p:spPr>
          <a:xfrm>
            <a:off x="373279" y="794050"/>
            <a:ext cx="274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otham" pitchFamily="50" charset="0"/>
                <a:cs typeface="Gotham" pitchFamily="50" charset="0"/>
              </a:rPr>
              <a:t>Final Palette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70AB7-ABAE-CD63-8D39-D746F57A5EB0}"/>
              </a:ext>
            </a:extLst>
          </p:cNvPr>
          <p:cNvSpPr/>
          <p:nvPr/>
        </p:nvSpPr>
        <p:spPr>
          <a:xfrm>
            <a:off x="2529706" y="2040706"/>
            <a:ext cx="868732" cy="1011743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197</a:t>
            </a:r>
          </a:p>
          <a:p>
            <a:pPr algn="ctr"/>
            <a:r>
              <a:rPr lang="en-US" sz="1200" dirty="0"/>
              <a:t>236</a:t>
            </a:r>
          </a:p>
          <a:p>
            <a:pPr algn="ctr"/>
            <a:r>
              <a:rPr lang="en-US" sz="1200" dirty="0"/>
              <a:t>254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F1B43B-93F0-0896-E435-626F37C458F1}"/>
              </a:ext>
            </a:extLst>
          </p:cNvPr>
          <p:cNvSpPr/>
          <p:nvPr/>
        </p:nvSpPr>
        <p:spPr>
          <a:xfrm>
            <a:off x="3456863" y="2040700"/>
            <a:ext cx="868732" cy="1011743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89</a:t>
            </a:r>
          </a:p>
          <a:p>
            <a:pPr algn="ctr"/>
            <a:r>
              <a:rPr lang="en-US" sz="1200" dirty="0"/>
              <a:t>209</a:t>
            </a:r>
          </a:p>
          <a:p>
            <a:pPr algn="ctr"/>
            <a:r>
              <a:rPr lang="en-US" sz="1200" dirty="0"/>
              <a:t>206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D8AD67-BB64-53EC-60A7-A4BA233E7902}"/>
              </a:ext>
            </a:extLst>
          </p:cNvPr>
          <p:cNvSpPr/>
          <p:nvPr/>
        </p:nvSpPr>
        <p:spPr>
          <a:xfrm>
            <a:off x="4384020" y="2040701"/>
            <a:ext cx="868732" cy="1011743"/>
          </a:xfrm>
          <a:prstGeom prst="rect">
            <a:avLst/>
          </a:prstGeom>
          <a:solidFill>
            <a:srgbClr val="1854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24</a:t>
            </a:r>
          </a:p>
          <a:p>
            <a:pPr algn="ctr"/>
            <a:r>
              <a:rPr lang="en-US" sz="1200" dirty="0"/>
              <a:t>84</a:t>
            </a:r>
          </a:p>
          <a:p>
            <a:pPr algn="ctr"/>
            <a:r>
              <a:rPr lang="en-US" sz="1200" dirty="0"/>
              <a:t>83</a:t>
            </a:r>
            <a:endParaRPr lang="en-US" dirty="0"/>
          </a:p>
        </p:txBody>
      </p:sp>
      <p:pic>
        <p:nvPicPr>
          <p:cNvPr id="13" name="Picture 12" descr="A color swatch chart detailing various Pantone shades, including Blue, Green, and Black, with specifications for color matching and printing requirements.&#10;&#10;AI-generated content may be incorrect.">
            <a:extLst>
              <a:ext uri="{FF2B5EF4-FFF2-40B4-BE49-F238E27FC236}">
                <a16:creationId xmlns:a16="http://schemas.microsoft.com/office/drawing/2014/main" id="{222A195E-2BBE-E176-FEB0-6764159F4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502" y="3543766"/>
            <a:ext cx="3311937" cy="28831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B04DC1F-59A9-6E9D-5C5A-0181F7B36095}"/>
              </a:ext>
            </a:extLst>
          </p:cNvPr>
          <p:cNvSpPr txBox="1"/>
          <p:nvPr/>
        </p:nvSpPr>
        <p:spPr>
          <a:xfrm>
            <a:off x="3398438" y="4216592"/>
            <a:ext cx="219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Travo teal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2DAFF-979E-667A-F701-17827A58B9B4}"/>
              </a:ext>
            </a:extLst>
          </p:cNvPr>
          <p:cNvSpPr txBox="1"/>
          <p:nvPr/>
        </p:nvSpPr>
        <p:spPr>
          <a:xfrm>
            <a:off x="1089792" y="326142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Deep navy blue:</a:t>
            </a:r>
            <a:r>
              <a:rPr lang="en-US" dirty="0"/>
              <a:t> RGB </a:t>
            </a:r>
            <a:r>
              <a:rPr lang="en-US" b="1" dirty="0"/>
              <a:t>(0, 37, 61)</a:t>
            </a:r>
            <a:r>
              <a:rPr lang="en-US" dirty="0"/>
              <a:t> — Hex </a:t>
            </a:r>
            <a:r>
              <a:rPr lang="en-US" b="1" dirty="0"/>
              <a:t>#00253D</a:t>
            </a:r>
            <a:r>
              <a:rPr lang="en-US" dirty="0"/>
              <a:t> </a:t>
            </a:r>
            <a:r>
              <a:rPr lang="en-US" b="1" dirty="0"/>
              <a:t>Tiffany teal:</a:t>
            </a:r>
            <a:r>
              <a:rPr lang="en-US" dirty="0"/>
              <a:t> RGB </a:t>
            </a:r>
            <a:r>
              <a:rPr lang="en-US" b="1" dirty="0"/>
              <a:t>(129, 216, 208)</a:t>
            </a:r>
            <a:r>
              <a:rPr lang="en-US" dirty="0"/>
              <a:t> — Hex </a:t>
            </a:r>
            <a:r>
              <a:rPr lang="en-US" b="1" dirty="0"/>
              <a:t>#81D8D0</a:t>
            </a:r>
            <a:r>
              <a:rPr lang="en-US" dirty="0"/>
              <a:t> </a:t>
            </a:r>
            <a:r>
              <a:rPr lang="en-US" b="1" dirty="0"/>
              <a:t>Warm yellow:</a:t>
            </a:r>
            <a:r>
              <a:rPr lang="en-US" dirty="0"/>
              <a:t> RGB </a:t>
            </a:r>
            <a:r>
              <a:rPr lang="en-US" b="1" dirty="0"/>
              <a:t>(255, 199, 44)</a:t>
            </a:r>
            <a:r>
              <a:rPr lang="en-US" dirty="0"/>
              <a:t> — Hex </a:t>
            </a:r>
            <a:r>
              <a:rPr lang="en-US" b="1" dirty="0"/>
              <a:t>#FFC72C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851791-A1CB-5C62-0B7E-9AC0D8C9D4EA}"/>
              </a:ext>
            </a:extLst>
          </p:cNvPr>
          <p:cNvSpPr/>
          <p:nvPr/>
        </p:nvSpPr>
        <p:spPr>
          <a:xfrm>
            <a:off x="6250433" y="2040706"/>
            <a:ext cx="918147" cy="1011745"/>
          </a:xfrm>
          <a:prstGeom prst="rect">
            <a:avLst/>
          </a:prstGeom>
          <a:solidFill>
            <a:srgbClr val="0025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30</a:t>
            </a:r>
          </a:p>
          <a:p>
            <a:pPr algn="ctr"/>
            <a:r>
              <a:rPr lang="en-US" sz="1200" dirty="0"/>
              <a:t>30</a:t>
            </a:r>
          </a:p>
          <a:p>
            <a:pPr algn="ctr"/>
            <a:r>
              <a:rPr lang="en-US" sz="1200" dirty="0"/>
              <a:t>46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D0A17D-6D37-2401-BED1-596517C36B42}"/>
              </a:ext>
            </a:extLst>
          </p:cNvPr>
          <p:cNvSpPr/>
          <p:nvPr/>
        </p:nvSpPr>
        <p:spPr>
          <a:xfrm>
            <a:off x="7300361" y="978716"/>
            <a:ext cx="918147" cy="1011745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30</a:t>
            </a:r>
          </a:p>
          <a:p>
            <a:pPr algn="ctr"/>
            <a:r>
              <a:rPr lang="en-US" sz="1200" dirty="0"/>
              <a:t>30</a:t>
            </a:r>
          </a:p>
          <a:p>
            <a:pPr algn="ctr"/>
            <a:r>
              <a:rPr lang="en-US" sz="1200" dirty="0"/>
              <a:t>46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8DB1F7-4724-171A-EAA2-55B81CC4379C}"/>
              </a:ext>
            </a:extLst>
          </p:cNvPr>
          <p:cNvSpPr/>
          <p:nvPr/>
        </p:nvSpPr>
        <p:spPr>
          <a:xfrm>
            <a:off x="8359198" y="978718"/>
            <a:ext cx="868732" cy="1011743"/>
          </a:xfrm>
          <a:prstGeom prst="rect">
            <a:avLst/>
          </a:prstGeom>
          <a:solidFill>
            <a:srgbClr val="81D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89</a:t>
            </a:r>
          </a:p>
          <a:p>
            <a:pPr algn="ctr"/>
            <a:r>
              <a:rPr lang="en-US" sz="1200" dirty="0"/>
              <a:t>209</a:t>
            </a:r>
          </a:p>
          <a:p>
            <a:pPr algn="ctr"/>
            <a:r>
              <a:rPr lang="en-US" sz="1200" dirty="0"/>
              <a:t>206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8C0BA6-EA5E-D533-3EDB-6103B745902E}"/>
              </a:ext>
            </a:extLst>
          </p:cNvPr>
          <p:cNvSpPr/>
          <p:nvPr/>
        </p:nvSpPr>
        <p:spPr>
          <a:xfrm>
            <a:off x="6330476" y="978718"/>
            <a:ext cx="868732" cy="1011743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89</a:t>
            </a:r>
          </a:p>
          <a:p>
            <a:pPr algn="ctr"/>
            <a:r>
              <a:rPr lang="en-US" sz="1200" dirty="0"/>
              <a:t>209</a:t>
            </a:r>
          </a:p>
          <a:p>
            <a:pPr algn="ctr"/>
            <a:r>
              <a:rPr lang="en-US" sz="1200" dirty="0"/>
              <a:t>206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733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D2C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FA13F-65E6-ECD1-B165-033E68E3F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621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40F38-36E2-F30B-83CD-57110F54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1781156-80A4-AAB2-4D9B-0A4EBDB1FAF5}"/>
              </a:ext>
            </a:extLst>
          </p:cNvPr>
          <p:cNvGrpSpPr/>
          <p:nvPr/>
        </p:nvGrpSpPr>
        <p:grpSpPr>
          <a:xfrm rot="21370431">
            <a:off x="829984" y="-302259"/>
            <a:ext cx="7167560" cy="7167560"/>
            <a:chOff x="2358160" y="-258361"/>
            <a:chExt cx="7167560" cy="7167560"/>
          </a:xfrm>
        </p:grpSpPr>
        <p:sp>
          <p:nvSpPr>
            <p:cNvPr id="27" name="Google Shape;834;p25">
              <a:extLst>
                <a:ext uri="{FF2B5EF4-FFF2-40B4-BE49-F238E27FC236}">
                  <a16:creationId xmlns:a16="http://schemas.microsoft.com/office/drawing/2014/main" id="{92FAF72B-F6BA-1A3E-D1D8-BDF04D163A78}"/>
                </a:ext>
              </a:extLst>
            </p:cNvPr>
            <p:cNvSpPr/>
            <p:nvPr/>
          </p:nvSpPr>
          <p:spPr>
            <a:xfrm rot="3007374">
              <a:off x="5515945" y="-258361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835;p25">
              <a:extLst>
                <a:ext uri="{FF2B5EF4-FFF2-40B4-BE49-F238E27FC236}">
                  <a16:creationId xmlns:a16="http://schemas.microsoft.com/office/drawing/2014/main" id="{3A94C663-AE0F-5631-12DE-141B5DF4892C}"/>
                </a:ext>
              </a:extLst>
            </p:cNvPr>
            <p:cNvSpPr/>
            <p:nvPr/>
          </p:nvSpPr>
          <p:spPr>
            <a:xfrm rot="3007374">
              <a:off x="6395337" y="794234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836;p25">
              <a:extLst>
                <a:ext uri="{FF2B5EF4-FFF2-40B4-BE49-F238E27FC236}">
                  <a16:creationId xmlns:a16="http://schemas.microsoft.com/office/drawing/2014/main" id="{6485A1DE-6866-4C93-585D-5DC1822431BE}"/>
                </a:ext>
              </a:extLst>
            </p:cNvPr>
            <p:cNvSpPr/>
            <p:nvPr/>
          </p:nvSpPr>
          <p:spPr>
            <a:xfrm rot="3007374">
              <a:off x="7274729" y="1846829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837;p25">
              <a:extLst>
                <a:ext uri="{FF2B5EF4-FFF2-40B4-BE49-F238E27FC236}">
                  <a16:creationId xmlns:a16="http://schemas.microsoft.com/office/drawing/2014/main" id="{C281263B-47E1-8760-0623-5F2DC4454846}"/>
                </a:ext>
              </a:extLst>
            </p:cNvPr>
            <p:cNvSpPr/>
            <p:nvPr/>
          </p:nvSpPr>
          <p:spPr>
            <a:xfrm rot="3007374">
              <a:off x="8154120" y="2899424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838;p25">
              <a:extLst>
                <a:ext uri="{FF2B5EF4-FFF2-40B4-BE49-F238E27FC236}">
                  <a16:creationId xmlns:a16="http://schemas.microsoft.com/office/drawing/2014/main" id="{300DCCBB-169A-8EF6-E4A6-D20B4575FF01}"/>
                </a:ext>
              </a:extLst>
            </p:cNvPr>
            <p:cNvSpPr/>
            <p:nvPr/>
          </p:nvSpPr>
          <p:spPr>
            <a:xfrm rot="3007374">
              <a:off x="4463350" y="621030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839;p25">
              <a:extLst>
                <a:ext uri="{FF2B5EF4-FFF2-40B4-BE49-F238E27FC236}">
                  <a16:creationId xmlns:a16="http://schemas.microsoft.com/office/drawing/2014/main" id="{778EC55D-DF8E-60E1-8604-D946EA18A2F2}"/>
                </a:ext>
              </a:extLst>
            </p:cNvPr>
            <p:cNvSpPr/>
            <p:nvPr/>
          </p:nvSpPr>
          <p:spPr>
            <a:xfrm rot="3007374">
              <a:off x="5342742" y="1673626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840;p25">
              <a:extLst>
                <a:ext uri="{FF2B5EF4-FFF2-40B4-BE49-F238E27FC236}">
                  <a16:creationId xmlns:a16="http://schemas.microsoft.com/office/drawing/2014/main" id="{FB3EF2D1-0D04-76B7-8964-418D72F9C489}"/>
                </a:ext>
              </a:extLst>
            </p:cNvPr>
            <p:cNvSpPr/>
            <p:nvPr/>
          </p:nvSpPr>
          <p:spPr>
            <a:xfrm rot="3007374">
              <a:off x="6222133" y="2726221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841;p25">
              <a:extLst>
                <a:ext uri="{FF2B5EF4-FFF2-40B4-BE49-F238E27FC236}">
                  <a16:creationId xmlns:a16="http://schemas.microsoft.com/office/drawing/2014/main" id="{25A0B521-166F-1DF1-9C10-324ECE35D958}"/>
                </a:ext>
              </a:extLst>
            </p:cNvPr>
            <p:cNvSpPr/>
            <p:nvPr/>
          </p:nvSpPr>
          <p:spPr>
            <a:xfrm rot="3007374">
              <a:off x="7101525" y="3778816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842;p25">
              <a:extLst>
                <a:ext uri="{FF2B5EF4-FFF2-40B4-BE49-F238E27FC236}">
                  <a16:creationId xmlns:a16="http://schemas.microsoft.com/office/drawing/2014/main" id="{58C24413-81A2-0265-4139-B0C26AE61270}"/>
                </a:ext>
              </a:extLst>
            </p:cNvPr>
            <p:cNvSpPr/>
            <p:nvPr/>
          </p:nvSpPr>
          <p:spPr>
            <a:xfrm rot="3007374">
              <a:off x="3410755" y="1500422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843;p25">
              <a:extLst>
                <a:ext uri="{FF2B5EF4-FFF2-40B4-BE49-F238E27FC236}">
                  <a16:creationId xmlns:a16="http://schemas.microsoft.com/office/drawing/2014/main" id="{154D4F68-C90C-A381-2573-0C39A9E33A1A}"/>
                </a:ext>
              </a:extLst>
            </p:cNvPr>
            <p:cNvSpPr/>
            <p:nvPr/>
          </p:nvSpPr>
          <p:spPr>
            <a:xfrm rot="3007374">
              <a:off x="4290147" y="2553017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844;p25">
              <a:extLst>
                <a:ext uri="{FF2B5EF4-FFF2-40B4-BE49-F238E27FC236}">
                  <a16:creationId xmlns:a16="http://schemas.microsoft.com/office/drawing/2014/main" id="{4D10E7DB-8842-BC22-E4D6-2AECCF1C0375}"/>
                </a:ext>
              </a:extLst>
            </p:cNvPr>
            <p:cNvSpPr/>
            <p:nvPr/>
          </p:nvSpPr>
          <p:spPr>
            <a:xfrm rot="3007374">
              <a:off x="5169538" y="3605612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845;p25">
              <a:extLst>
                <a:ext uri="{FF2B5EF4-FFF2-40B4-BE49-F238E27FC236}">
                  <a16:creationId xmlns:a16="http://schemas.microsoft.com/office/drawing/2014/main" id="{1FB70076-505E-9B70-39A2-E58C5780B568}"/>
                </a:ext>
              </a:extLst>
            </p:cNvPr>
            <p:cNvSpPr/>
            <p:nvPr/>
          </p:nvSpPr>
          <p:spPr>
            <a:xfrm rot="3007374">
              <a:off x="6048930" y="4658208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846;p25">
              <a:extLst>
                <a:ext uri="{FF2B5EF4-FFF2-40B4-BE49-F238E27FC236}">
                  <a16:creationId xmlns:a16="http://schemas.microsoft.com/office/drawing/2014/main" id="{D893021B-E70B-4036-5D48-F74A95A3011D}"/>
                </a:ext>
              </a:extLst>
            </p:cNvPr>
            <p:cNvSpPr/>
            <p:nvPr/>
          </p:nvSpPr>
          <p:spPr>
            <a:xfrm rot="3007374">
              <a:off x="2358160" y="2379814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847;p25">
              <a:extLst>
                <a:ext uri="{FF2B5EF4-FFF2-40B4-BE49-F238E27FC236}">
                  <a16:creationId xmlns:a16="http://schemas.microsoft.com/office/drawing/2014/main" id="{9C655923-CDD0-B814-2E4B-080968D0CC1B}"/>
                </a:ext>
              </a:extLst>
            </p:cNvPr>
            <p:cNvSpPr/>
            <p:nvPr/>
          </p:nvSpPr>
          <p:spPr>
            <a:xfrm rot="3007374">
              <a:off x="3237551" y="3432409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848;p25">
              <a:extLst>
                <a:ext uri="{FF2B5EF4-FFF2-40B4-BE49-F238E27FC236}">
                  <a16:creationId xmlns:a16="http://schemas.microsoft.com/office/drawing/2014/main" id="{DCBE6FC8-6614-D8E1-B80A-7D047A723AF1}"/>
                </a:ext>
              </a:extLst>
            </p:cNvPr>
            <p:cNvSpPr/>
            <p:nvPr/>
          </p:nvSpPr>
          <p:spPr>
            <a:xfrm rot="3007374">
              <a:off x="4116943" y="4485004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849;p25">
              <a:extLst>
                <a:ext uri="{FF2B5EF4-FFF2-40B4-BE49-F238E27FC236}">
                  <a16:creationId xmlns:a16="http://schemas.microsoft.com/office/drawing/2014/main" id="{9A9C204A-5D5A-DC1B-E131-3037F1F00757}"/>
                </a:ext>
              </a:extLst>
            </p:cNvPr>
            <p:cNvSpPr/>
            <p:nvPr/>
          </p:nvSpPr>
          <p:spPr>
            <a:xfrm rot="3007374">
              <a:off x="4996335" y="5537599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850;p25">
              <a:extLst>
                <a:ext uri="{FF2B5EF4-FFF2-40B4-BE49-F238E27FC236}">
                  <a16:creationId xmlns:a16="http://schemas.microsoft.com/office/drawing/2014/main" id="{7298695F-9AFE-9591-45A6-8FC50AD992BC}"/>
                </a:ext>
              </a:extLst>
            </p:cNvPr>
            <p:cNvSpPr/>
            <p:nvPr/>
          </p:nvSpPr>
          <p:spPr>
            <a:xfrm rot="3007374">
              <a:off x="8154120" y="2899424"/>
              <a:ext cx="1371600" cy="1371600"/>
            </a:xfrm>
            <a:prstGeom prst="rtTriangle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851;p25">
              <a:extLst>
                <a:ext uri="{FF2B5EF4-FFF2-40B4-BE49-F238E27FC236}">
                  <a16:creationId xmlns:a16="http://schemas.microsoft.com/office/drawing/2014/main" id="{09DC887B-65DF-FA54-94C5-398C1453D902}"/>
                </a:ext>
              </a:extLst>
            </p:cNvPr>
            <p:cNvSpPr/>
            <p:nvPr/>
          </p:nvSpPr>
          <p:spPr>
            <a:xfrm rot="-7792626">
              <a:off x="8154120" y="2899424"/>
              <a:ext cx="1371600" cy="1371600"/>
            </a:xfrm>
            <a:prstGeom prst="rtTriangle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852;p25">
              <a:extLst>
                <a:ext uri="{FF2B5EF4-FFF2-40B4-BE49-F238E27FC236}">
                  <a16:creationId xmlns:a16="http://schemas.microsoft.com/office/drawing/2014/main" id="{40F7B16B-2B99-9359-A19D-6775A01E2134}"/>
                </a:ext>
              </a:extLst>
            </p:cNvPr>
            <p:cNvSpPr/>
            <p:nvPr/>
          </p:nvSpPr>
          <p:spPr>
            <a:xfrm rot="3007374">
              <a:off x="4463350" y="621030"/>
              <a:ext cx="1371600" cy="1371600"/>
            </a:xfrm>
            <a:prstGeom prst="rtTriangle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853;p25">
              <a:extLst>
                <a:ext uri="{FF2B5EF4-FFF2-40B4-BE49-F238E27FC236}">
                  <a16:creationId xmlns:a16="http://schemas.microsoft.com/office/drawing/2014/main" id="{24BBC2E7-DCDB-175E-FE12-B5B282F71A29}"/>
                </a:ext>
              </a:extLst>
            </p:cNvPr>
            <p:cNvSpPr/>
            <p:nvPr/>
          </p:nvSpPr>
          <p:spPr>
            <a:xfrm rot="-7792626">
              <a:off x="4463350" y="621030"/>
              <a:ext cx="1371600" cy="1371600"/>
            </a:xfrm>
            <a:prstGeom prst="rtTriangle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854;p25">
              <a:extLst>
                <a:ext uri="{FF2B5EF4-FFF2-40B4-BE49-F238E27FC236}">
                  <a16:creationId xmlns:a16="http://schemas.microsoft.com/office/drawing/2014/main" id="{4A562208-CD8B-3003-5973-041A00CAC6DE}"/>
                </a:ext>
              </a:extLst>
            </p:cNvPr>
            <p:cNvSpPr/>
            <p:nvPr/>
          </p:nvSpPr>
          <p:spPr>
            <a:xfrm rot="3007374">
              <a:off x="3237552" y="3432408"/>
              <a:ext cx="1371600" cy="1371600"/>
            </a:xfrm>
            <a:prstGeom prst="rtTriangle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855;p25">
              <a:extLst>
                <a:ext uri="{FF2B5EF4-FFF2-40B4-BE49-F238E27FC236}">
                  <a16:creationId xmlns:a16="http://schemas.microsoft.com/office/drawing/2014/main" id="{6B87C27F-A2C8-3AA7-C673-EFA485D8F7AB}"/>
                </a:ext>
              </a:extLst>
            </p:cNvPr>
            <p:cNvSpPr/>
            <p:nvPr/>
          </p:nvSpPr>
          <p:spPr>
            <a:xfrm rot="-7792626">
              <a:off x="3237552" y="3432408"/>
              <a:ext cx="1371600" cy="1371600"/>
            </a:xfrm>
            <a:prstGeom prst="rtTriangle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16F25A6-0A69-F91F-A765-043BAC985EFF}"/>
              </a:ext>
            </a:extLst>
          </p:cNvPr>
          <p:cNvSpPr/>
          <p:nvPr/>
        </p:nvSpPr>
        <p:spPr>
          <a:xfrm>
            <a:off x="-2819246" y="1680350"/>
            <a:ext cx="868732" cy="1011743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89</a:t>
            </a:r>
          </a:p>
          <a:p>
            <a:pPr algn="ctr"/>
            <a:r>
              <a:rPr lang="en-US" sz="1200" dirty="0"/>
              <a:t>209</a:t>
            </a:r>
          </a:p>
          <a:p>
            <a:pPr algn="ctr"/>
            <a:r>
              <a:rPr lang="en-US" sz="1200" dirty="0"/>
              <a:t>206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543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illustrates a cost-at-completion probability distribution, highlighting the median outcome, a high probability threshold, and an adverse cost tail.&#10;&#10;AI-generated content may be incorrect.">
            <a:extLst>
              <a:ext uri="{FF2B5EF4-FFF2-40B4-BE49-F238E27FC236}">
                <a16:creationId xmlns:a16="http://schemas.microsoft.com/office/drawing/2014/main" id="{1A4F7176-2E08-07FC-EC5D-F56BAE62B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00" y="0"/>
            <a:ext cx="102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8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54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2DDFD0-7CF9-FF71-1A31-738BFC85E1B9}"/>
              </a:ext>
            </a:extLst>
          </p:cNvPr>
          <p:cNvSpPr/>
          <p:nvPr/>
        </p:nvSpPr>
        <p:spPr>
          <a:xfrm>
            <a:off x="3491258" y="3204849"/>
            <a:ext cx="868732" cy="1011743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89</a:t>
            </a:r>
          </a:p>
          <a:p>
            <a:pPr algn="ctr"/>
            <a:r>
              <a:rPr lang="en-US" sz="1200" dirty="0"/>
              <a:t>209</a:t>
            </a:r>
          </a:p>
          <a:p>
            <a:pPr algn="ctr"/>
            <a:r>
              <a:rPr lang="en-US" sz="1200" dirty="0"/>
              <a:t>206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DC2A6D-9CCD-67D8-1CCB-336520FE29C5}"/>
              </a:ext>
            </a:extLst>
          </p:cNvPr>
          <p:cNvSpPr/>
          <p:nvPr/>
        </p:nvSpPr>
        <p:spPr>
          <a:xfrm>
            <a:off x="4468238" y="3204849"/>
            <a:ext cx="868732" cy="1011743"/>
          </a:xfrm>
          <a:prstGeom prst="rect">
            <a:avLst/>
          </a:prstGeom>
          <a:solidFill>
            <a:srgbClr val="2C3E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44</a:t>
            </a:r>
          </a:p>
          <a:p>
            <a:pPr algn="ctr"/>
            <a:r>
              <a:rPr lang="en-US" sz="1200" dirty="0"/>
              <a:t>62</a:t>
            </a:r>
          </a:p>
          <a:p>
            <a:pPr algn="ctr"/>
            <a:r>
              <a:rPr lang="en-US" sz="1200" dirty="0"/>
              <a:t>81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92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075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271409-AE81-F0E3-4187-0536B26FFEC2}"/>
              </a:ext>
            </a:extLst>
          </p:cNvPr>
          <p:cNvSpPr txBox="1"/>
          <p:nvPr/>
        </p:nvSpPr>
        <p:spPr>
          <a:xfrm>
            <a:off x="572813" y="12142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https://www.pentagram.com/work/gsa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DA664-44C2-C3EB-F552-3731113757C6}"/>
              </a:ext>
            </a:extLst>
          </p:cNvPr>
          <p:cNvSpPr txBox="1"/>
          <p:nvPr/>
        </p:nvSpPr>
        <p:spPr>
          <a:xfrm>
            <a:off x="572813" y="683491"/>
            <a:ext cx="274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otham" pitchFamily="50" charset="0"/>
                <a:cs typeface="Gotham" pitchFamily="50" charset="0"/>
              </a:rPr>
              <a:t>Inspiration</a:t>
            </a:r>
          </a:p>
        </p:txBody>
      </p:sp>
      <p:pic>
        <p:nvPicPr>
          <p:cNvPr id="5" name="Picture 4" descr="The image depicts a minimalist geometric design with a blue square and triangular shapes forming a distinctive 'M' symbol.&#10;&#10;AI-generated content may be incorrect.">
            <a:extLst>
              <a:ext uri="{FF2B5EF4-FFF2-40B4-BE49-F238E27FC236}">
                <a16:creationId xmlns:a16="http://schemas.microsoft.com/office/drawing/2014/main" id="{09652319-901C-9340-007E-0557D4518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198" y="808264"/>
            <a:ext cx="1749200" cy="1749200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2D16DFB5-AC65-7102-15D7-9358883DCE65}"/>
              </a:ext>
            </a:extLst>
          </p:cNvPr>
          <p:cNvSpPr/>
          <p:nvPr/>
        </p:nvSpPr>
        <p:spPr>
          <a:xfrm>
            <a:off x="8876147" y="2762923"/>
            <a:ext cx="2638876" cy="17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000" cap="none" spc="300" normalizeH="0" noProof="0" dirty="0">
                <a:ln>
                  <a:noFill/>
                </a:ln>
                <a:solidFill>
                  <a:srgbClr val="2C5251"/>
                </a:solidFill>
                <a:effectLst/>
                <a:uLnTx/>
                <a:uFillTx/>
                <a:latin typeface="Gotham" pitchFamily="50" charset="0"/>
                <a:ea typeface="Inter" panose="02000503000000020004" pitchFamily="2" charset="0"/>
                <a:cs typeface="Gotham" pitchFamily="50" charset="0"/>
              </a:rPr>
              <a:t>TRAVO</a:t>
            </a:r>
            <a:r>
              <a:rPr kumimoji="0" lang="en-US" sz="5000" b="1" i="0" u="none" strike="noStrike" kern="0" cap="none" spc="300" normalizeH="0" baseline="0" noProof="0" dirty="0">
                <a:ln>
                  <a:noFill/>
                </a:ln>
                <a:solidFill>
                  <a:srgbClr val="2C5251"/>
                </a:solidFill>
                <a:effectLst/>
                <a:uLnTx/>
                <a:uFillTx/>
                <a:latin typeface="Gotham" pitchFamily="50" charset="0"/>
                <a:ea typeface="Inter" panose="02000503000000020004" pitchFamily="2" charset="0"/>
                <a:cs typeface="Gotham" pitchFamily="50" charset="0"/>
              </a:rPr>
              <a:t>    </a:t>
            </a:r>
            <a:endParaRPr kumimoji="0" lang="en-US" sz="5000" b="1" i="0" u="none" strike="noStrike" kern="1200" cap="none" spc="300" normalizeH="0" baseline="0" noProof="0" dirty="0">
              <a:ln>
                <a:noFill/>
              </a:ln>
              <a:solidFill>
                <a:srgbClr val="2C5251"/>
              </a:solidFill>
              <a:effectLst/>
              <a:uLnTx/>
              <a:uFillTx/>
              <a:latin typeface="Gotham" pitchFamily="50" charset="0"/>
              <a:ea typeface="Inter" panose="02000503000000020004" pitchFamily="2" charset="0"/>
              <a:cs typeface="Gotham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94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three-dimensional geometric shape with a blue cube and a red, green, and orange gradient layered inside it, framed within a simple, minimalistic blue grid pattern.&#10;&#10;AI-generated content may be incorrect.">
            <a:extLst>
              <a:ext uri="{FF2B5EF4-FFF2-40B4-BE49-F238E27FC236}">
                <a16:creationId xmlns:a16="http://schemas.microsoft.com/office/drawing/2014/main" id="{CE554755-D50C-F4EB-A343-30883D145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964" y="-265215"/>
            <a:ext cx="8210634" cy="6858000"/>
          </a:xfrm>
          <a:prstGeom prst="rect">
            <a:avLst/>
          </a:prstGeom>
        </p:spPr>
      </p:pic>
      <p:pic>
        <p:nvPicPr>
          <p:cNvPr id="5" name="Picture 4" descr="The image is a simple, blue geometric cube.&#10;&#10;AI-generated content may be incorrect.">
            <a:extLst>
              <a:ext uri="{FF2B5EF4-FFF2-40B4-BE49-F238E27FC236}">
                <a16:creationId xmlns:a16="http://schemas.microsoft.com/office/drawing/2014/main" id="{9733895D-B831-EBA7-449D-2FE0CCE4B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876" y="744187"/>
            <a:ext cx="3782104" cy="384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95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8D267-407A-E6F8-2581-FD248BEA3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is a simple, blue geometric cube.&#10;&#10;AI-generated content may be incorrect.">
            <a:extLst>
              <a:ext uri="{FF2B5EF4-FFF2-40B4-BE49-F238E27FC236}">
                <a16:creationId xmlns:a16="http://schemas.microsoft.com/office/drawing/2014/main" id="{0CFDFA81-1D43-51EC-5FED-823B0D452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114" y="134586"/>
            <a:ext cx="6426085" cy="6540739"/>
          </a:xfrm>
          <a:prstGeom prst="rect">
            <a:avLst/>
          </a:prstGeom>
        </p:spPr>
      </p:pic>
      <p:pic>
        <p:nvPicPr>
          <p:cNvPr id="2" name="Picture 1" descr="The image depicts a minimalist geometric design with a blue square and triangular shapes forming a distinctive 'M' symbol.&#10;&#10;AI-generated content may be incorrect.">
            <a:extLst>
              <a:ext uri="{FF2B5EF4-FFF2-40B4-BE49-F238E27FC236}">
                <a16:creationId xmlns:a16="http://schemas.microsoft.com/office/drawing/2014/main" id="{BA6B7A62-FCE0-B34F-2AD5-224B58CEE17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31" y="918754"/>
            <a:ext cx="4547967" cy="2625539"/>
          </a:xfrm>
          <a:prstGeom prst="rect">
            <a:avLst/>
          </a:prstGeom>
        </p:spPr>
      </p:pic>
      <p:pic>
        <p:nvPicPr>
          <p:cNvPr id="4" name="Picture 3" descr="The image depicts a minimalist geometric design with a blue square and triangular shapes forming a distinctive 'M' symbol.&#10;&#10;AI-generated content may be incorrect.">
            <a:extLst>
              <a:ext uri="{FF2B5EF4-FFF2-40B4-BE49-F238E27FC236}">
                <a16:creationId xmlns:a16="http://schemas.microsoft.com/office/drawing/2014/main" id="{C07D4AD9-4F62-CD1E-DEF7-D3F004C2FDB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32" y="3605349"/>
            <a:ext cx="4498647" cy="259505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6BE89E-6380-7716-9282-5EA8003CB6E4}"/>
              </a:ext>
            </a:extLst>
          </p:cNvPr>
          <p:cNvCxnSpPr>
            <a:cxnSpLocks/>
          </p:cNvCxnSpPr>
          <p:nvPr/>
        </p:nvCxnSpPr>
        <p:spPr>
          <a:xfrm flipV="1">
            <a:off x="4541520" y="661851"/>
            <a:ext cx="0" cy="8190261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01D551-0428-AF6A-472A-DB7BB3DC3D6F}"/>
              </a:ext>
            </a:extLst>
          </p:cNvPr>
          <p:cNvCxnSpPr>
            <a:cxnSpLocks/>
          </p:cNvCxnSpPr>
          <p:nvPr/>
        </p:nvCxnSpPr>
        <p:spPr>
          <a:xfrm flipV="1">
            <a:off x="5098869" y="661851"/>
            <a:ext cx="0" cy="5412378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2B73DB0-7D09-88E7-EFB8-D4BA6A918766}"/>
              </a:ext>
            </a:extLst>
          </p:cNvPr>
          <p:cNvCxnSpPr>
            <a:cxnSpLocks/>
          </p:cNvCxnSpPr>
          <p:nvPr/>
        </p:nvCxnSpPr>
        <p:spPr>
          <a:xfrm flipV="1">
            <a:off x="6230983" y="661851"/>
            <a:ext cx="0" cy="5412378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8D4B8E-2ADC-842A-4884-B5C4C3693B62}"/>
              </a:ext>
            </a:extLst>
          </p:cNvPr>
          <p:cNvCxnSpPr>
            <a:cxnSpLocks/>
          </p:cNvCxnSpPr>
          <p:nvPr/>
        </p:nvCxnSpPr>
        <p:spPr>
          <a:xfrm flipV="1">
            <a:off x="6818812" y="788029"/>
            <a:ext cx="0" cy="5412378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DB0A9C-875F-0A04-91A3-0FFBBADDA4E3}"/>
              </a:ext>
            </a:extLst>
          </p:cNvPr>
          <p:cNvCxnSpPr>
            <a:cxnSpLocks/>
          </p:cNvCxnSpPr>
          <p:nvPr/>
        </p:nvCxnSpPr>
        <p:spPr>
          <a:xfrm flipV="1">
            <a:off x="7315200" y="661851"/>
            <a:ext cx="0" cy="5412378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F1EAE5-6909-221C-B557-9B35A419F58B}"/>
              </a:ext>
            </a:extLst>
          </p:cNvPr>
          <p:cNvCxnSpPr>
            <a:cxnSpLocks/>
          </p:cNvCxnSpPr>
          <p:nvPr/>
        </p:nvCxnSpPr>
        <p:spPr>
          <a:xfrm flipV="1">
            <a:off x="2982686" y="774763"/>
            <a:ext cx="4040777" cy="2355668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89EFF7-C7A8-956A-25C1-7B7B3D2B741F}"/>
              </a:ext>
            </a:extLst>
          </p:cNvPr>
          <p:cNvCxnSpPr>
            <a:cxnSpLocks/>
          </p:cNvCxnSpPr>
          <p:nvPr/>
        </p:nvCxnSpPr>
        <p:spPr>
          <a:xfrm flipV="1">
            <a:off x="3505201" y="1138550"/>
            <a:ext cx="4040777" cy="2355668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5142D8-E3F5-3306-4C65-1A36FB9EE5DE}"/>
              </a:ext>
            </a:extLst>
          </p:cNvPr>
          <p:cNvCxnSpPr>
            <a:cxnSpLocks/>
          </p:cNvCxnSpPr>
          <p:nvPr/>
        </p:nvCxnSpPr>
        <p:spPr>
          <a:xfrm flipV="1">
            <a:off x="3963072" y="1519346"/>
            <a:ext cx="4040777" cy="2355668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AB3DE4-78AF-3244-4E82-B4D6662C0552}"/>
              </a:ext>
            </a:extLst>
          </p:cNvPr>
          <p:cNvCxnSpPr>
            <a:cxnSpLocks/>
          </p:cNvCxnSpPr>
          <p:nvPr/>
        </p:nvCxnSpPr>
        <p:spPr>
          <a:xfrm flipV="1">
            <a:off x="5659523" y="748936"/>
            <a:ext cx="0" cy="8303624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The image depicts a minimalist geometric design with a blue square and triangular shapes forming a distinctive 'M' symbol.&#10;&#10;AI-generated content may be incorrect.">
            <a:extLst>
              <a:ext uri="{FF2B5EF4-FFF2-40B4-BE49-F238E27FC236}">
                <a16:creationId xmlns:a16="http://schemas.microsoft.com/office/drawing/2014/main" id="{3EB27F52-F95D-85D2-B78B-562B5998485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32" y="6226573"/>
            <a:ext cx="4547967" cy="262553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C756321-4439-C306-1041-A34C8B9D6ADE}"/>
              </a:ext>
            </a:extLst>
          </p:cNvPr>
          <p:cNvSpPr/>
          <p:nvPr/>
        </p:nvSpPr>
        <p:spPr>
          <a:xfrm>
            <a:off x="3375498" y="6215974"/>
            <a:ext cx="4533089" cy="2636196"/>
          </a:xfrm>
          <a:custGeom>
            <a:avLst/>
            <a:gdLst>
              <a:gd name="csX0" fmla="*/ 0 w 4533089"/>
              <a:gd name="csY0" fmla="*/ 1318098 h 2636196"/>
              <a:gd name="csX1" fmla="*/ 2271408 w 4533089"/>
              <a:gd name="csY1" fmla="*/ 0 h 2636196"/>
              <a:gd name="csX2" fmla="*/ 4533089 w 4533089"/>
              <a:gd name="csY2" fmla="*/ 1313235 h 2636196"/>
              <a:gd name="csX3" fmla="*/ 2295728 w 4533089"/>
              <a:gd name="csY3" fmla="*/ 2636196 h 2636196"/>
              <a:gd name="csX4" fmla="*/ 0 w 4533089"/>
              <a:gd name="csY4" fmla="*/ 1318098 h 2636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33089" h="2636196">
                <a:moveTo>
                  <a:pt x="0" y="1318098"/>
                </a:moveTo>
                <a:lnTo>
                  <a:pt x="2271408" y="0"/>
                </a:lnTo>
                <a:lnTo>
                  <a:pt x="4533089" y="1313235"/>
                </a:lnTo>
                <a:lnTo>
                  <a:pt x="2295728" y="2636196"/>
                </a:lnTo>
                <a:lnTo>
                  <a:pt x="0" y="1318098"/>
                </a:lnTo>
                <a:close/>
              </a:path>
            </a:pathLst>
          </a:custGeom>
          <a:solidFill>
            <a:srgbClr val="84D1C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95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CC3D6-9066-2967-0109-79060A50B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34A29BB-6561-D11A-A8AF-908888ED3E81}"/>
              </a:ext>
            </a:extLst>
          </p:cNvPr>
          <p:cNvGrpSpPr/>
          <p:nvPr/>
        </p:nvGrpSpPr>
        <p:grpSpPr>
          <a:xfrm>
            <a:off x="2367984" y="-154779"/>
            <a:ext cx="7167560" cy="7167560"/>
            <a:chOff x="2367984" y="-154779"/>
            <a:chExt cx="7167560" cy="7167560"/>
          </a:xfrm>
        </p:grpSpPr>
        <p:sp>
          <p:nvSpPr>
            <p:cNvPr id="2" name="Google Shape;834;p25">
              <a:extLst>
                <a:ext uri="{FF2B5EF4-FFF2-40B4-BE49-F238E27FC236}">
                  <a16:creationId xmlns:a16="http://schemas.microsoft.com/office/drawing/2014/main" id="{C6F2018E-309B-3623-96B3-FAC4065E8771}"/>
                </a:ext>
              </a:extLst>
            </p:cNvPr>
            <p:cNvSpPr/>
            <p:nvPr/>
          </p:nvSpPr>
          <p:spPr>
            <a:xfrm rot="3007374">
              <a:off x="5525769" y="-154779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" name="Google Shape;835;p25">
              <a:extLst>
                <a:ext uri="{FF2B5EF4-FFF2-40B4-BE49-F238E27FC236}">
                  <a16:creationId xmlns:a16="http://schemas.microsoft.com/office/drawing/2014/main" id="{40D5E58B-9C41-8274-727C-7B8A5D7B010B}"/>
                </a:ext>
              </a:extLst>
            </p:cNvPr>
            <p:cNvSpPr/>
            <p:nvPr/>
          </p:nvSpPr>
          <p:spPr>
            <a:xfrm rot="3007374">
              <a:off x="6405161" y="897816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836;p25">
              <a:extLst>
                <a:ext uri="{FF2B5EF4-FFF2-40B4-BE49-F238E27FC236}">
                  <a16:creationId xmlns:a16="http://schemas.microsoft.com/office/drawing/2014/main" id="{A6A361CF-D3AF-5608-7FF8-434E84A956A6}"/>
                </a:ext>
              </a:extLst>
            </p:cNvPr>
            <p:cNvSpPr/>
            <p:nvPr/>
          </p:nvSpPr>
          <p:spPr>
            <a:xfrm rot="3007374">
              <a:off x="7284553" y="1950411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837;p25">
              <a:extLst>
                <a:ext uri="{FF2B5EF4-FFF2-40B4-BE49-F238E27FC236}">
                  <a16:creationId xmlns:a16="http://schemas.microsoft.com/office/drawing/2014/main" id="{15F878E8-DDE8-0A44-142A-EA3DE4424640}"/>
                </a:ext>
              </a:extLst>
            </p:cNvPr>
            <p:cNvSpPr/>
            <p:nvPr/>
          </p:nvSpPr>
          <p:spPr>
            <a:xfrm rot="3007374">
              <a:off x="8163944" y="3003006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838;p25">
              <a:extLst>
                <a:ext uri="{FF2B5EF4-FFF2-40B4-BE49-F238E27FC236}">
                  <a16:creationId xmlns:a16="http://schemas.microsoft.com/office/drawing/2014/main" id="{CDFDC467-9A90-21FE-F151-8437C1791DBC}"/>
                </a:ext>
              </a:extLst>
            </p:cNvPr>
            <p:cNvSpPr/>
            <p:nvPr/>
          </p:nvSpPr>
          <p:spPr>
            <a:xfrm rot="3007374">
              <a:off x="4473174" y="724612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839;p25">
              <a:extLst>
                <a:ext uri="{FF2B5EF4-FFF2-40B4-BE49-F238E27FC236}">
                  <a16:creationId xmlns:a16="http://schemas.microsoft.com/office/drawing/2014/main" id="{5EA3F989-5284-87EE-4A5B-36601224B33A}"/>
                </a:ext>
              </a:extLst>
            </p:cNvPr>
            <p:cNvSpPr/>
            <p:nvPr/>
          </p:nvSpPr>
          <p:spPr>
            <a:xfrm rot="3007374">
              <a:off x="5352566" y="1777208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40;p25">
              <a:extLst>
                <a:ext uri="{FF2B5EF4-FFF2-40B4-BE49-F238E27FC236}">
                  <a16:creationId xmlns:a16="http://schemas.microsoft.com/office/drawing/2014/main" id="{22EB1335-600A-4DD5-D524-D1E840186F67}"/>
                </a:ext>
              </a:extLst>
            </p:cNvPr>
            <p:cNvSpPr/>
            <p:nvPr/>
          </p:nvSpPr>
          <p:spPr>
            <a:xfrm rot="3007374">
              <a:off x="6231957" y="2829803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841;p25">
              <a:extLst>
                <a:ext uri="{FF2B5EF4-FFF2-40B4-BE49-F238E27FC236}">
                  <a16:creationId xmlns:a16="http://schemas.microsoft.com/office/drawing/2014/main" id="{0A06291A-DA4B-7202-3182-ECB4C4490ABE}"/>
                </a:ext>
              </a:extLst>
            </p:cNvPr>
            <p:cNvSpPr/>
            <p:nvPr/>
          </p:nvSpPr>
          <p:spPr>
            <a:xfrm rot="3007374">
              <a:off x="7111349" y="3882398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842;p25">
              <a:extLst>
                <a:ext uri="{FF2B5EF4-FFF2-40B4-BE49-F238E27FC236}">
                  <a16:creationId xmlns:a16="http://schemas.microsoft.com/office/drawing/2014/main" id="{1558C08A-8559-82EE-D074-4E0007446184}"/>
                </a:ext>
              </a:extLst>
            </p:cNvPr>
            <p:cNvSpPr/>
            <p:nvPr/>
          </p:nvSpPr>
          <p:spPr>
            <a:xfrm rot="3007374">
              <a:off x="3420579" y="1604004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843;p25">
              <a:extLst>
                <a:ext uri="{FF2B5EF4-FFF2-40B4-BE49-F238E27FC236}">
                  <a16:creationId xmlns:a16="http://schemas.microsoft.com/office/drawing/2014/main" id="{BAC9BBE6-671F-749A-6273-CEC60A21A1E8}"/>
                </a:ext>
              </a:extLst>
            </p:cNvPr>
            <p:cNvSpPr/>
            <p:nvPr/>
          </p:nvSpPr>
          <p:spPr>
            <a:xfrm rot="3007374">
              <a:off x="4299971" y="2656599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844;p25">
              <a:extLst>
                <a:ext uri="{FF2B5EF4-FFF2-40B4-BE49-F238E27FC236}">
                  <a16:creationId xmlns:a16="http://schemas.microsoft.com/office/drawing/2014/main" id="{09B3170A-2942-EFBB-C633-5329644C47A1}"/>
                </a:ext>
              </a:extLst>
            </p:cNvPr>
            <p:cNvSpPr/>
            <p:nvPr/>
          </p:nvSpPr>
          <p:spPr>
            <a:xfrm rot="3007374">
              <a:off x="5179362" y="3709194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845;p25">
              <a:extLst>
                <a:ext uri="{FF2B5EF4-FFF2-40B4-BE49-F238E27FC236}">
                  <a16:creationId xmlns:a16="http://schemas.microsoft.com/office/drawing/2014/main" id="{10A7353A-D336-E9A3-C189-9702623649D2}"/>
                </a:ext>
              </a:extLst>
            </p:cNvPr>
            <p:cNvSpPr/>
            <p:nvPr/>
          </p:nvSpPr>
          <p:spPr>
            <a:xfrm rot="3007374">
              <a:off x="6058754" y="4761790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846;p25">
              <a:extLst>
                <a:ext uri="{FF2B5EF4-FFF2-40B4-BE49-F238E27FC236}">
                  <a16:creationId xmlns:a16="http://schemas.microsoft.com/office/drawing/2014/main" id="{0522A979-1E87-B246-C449-A2BCC7F3DAB0}"/>
                </a:ext>
              </a:extLst>
            </p:cNvPr>
            <p:cNvSpPr/>
            <p:nvPr/>
          </p:nvSpPr>
          <p:spPr>
            <a:xfrm rot="3007374">
              <a:off x="2367984" y="2483396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847;p25">
              <a:extLst>
                <a:ext uri="{FF2B5EF4-FFF2-40B4-BE49-F238E27FC236}">
                  <a16:creationId xmlns:a16="http://schemas.microsoft.com/office/drawing/2014/main" id="{FD61887B-6CBA-C4FB-D4D5-15F959D90E51}"/>
                </a:ext>
              </a:extLst>
            </p:cNvPr>
            <p:cNvSpPr/>
            <p:nvPr/>
          </p:nvSpPr>
          <p:spPr>
            <a:xfrm rot="3007374">
              <a:off x="3247375" y="3535991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848;p25">
              <a:extLst>
                <a:ext uri="{FF2B5EF4-FFF2-40B4-BE49-F238E27FC236}">
                  <a16:creationId xmlns:a16="http://schemas.microsoft.com/office/drawing/2014/main" id="{DDEE078D-06E4-816D-F98F-3EBF20F8E751}"/>
                </a:ext>
              </a:extLst>
            </p:cNvPr>
            <p:cNvSpPr/>
            <p:nvPr/>
          </p:nvSpPr>
          <p:spPr>
            <a:xfrm rot="3007374">
              <a:off x="4126767" y="4588586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849;p25">
              <a:extLst>
                <a:ext uri="{FF2B5EF4-FFF2-40B4-BE49-F238E27FC236}">
                  <a16:creationId xmlns:a16="http://schemas.microsoft.com/office/drawing/2014/main" id="{10320305-50A4-5BCC-8F29-6C1FB7D7BBC7}"/>
                </a:ext>
              </a:extLst>
            </p:cNvPr>
            <p:cNvSpPr/>
            <p:nvPr/>
          </p:nvSpPr>
          <p:spPr>
            <a:xfrm rot="3007374">
              <a:off x="5006159" y="5641181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850;p25">
              <a:extLst>
                <a:ext uri="{FF2B5EF4-FFF2-40B4-BE49-F238E27FC236}">
                  <a16:creationId xmlns:a16="http://schemas.microsoft.com/office/drawing/2014/main" id="{54FFD9CD-D8E9-FD1D-41EF-6AA9BCF33DC7}"/>
                </a:ext>
              </a:extLst>
            </p:cNvPr>
            <p:cNvSpPr/>
            <p:nvPr/>
          </p:nvSpPr>
          <p:spPr>
            <a:xfrm rot="3007374">
              <a:off x="8163944" y="3003006"/>
              <a:ext cx="1371600" cy="1371600"/>
            </a:xfrm>
            <a:prstGeom prst="rtTriangle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851;p25">
              <a:extLst>
                <a:ext uri="{FF2B5EF4-FFF2-40B4-BE49-F238E27FC236}">
                  <a16:creationId xmlns:a16="http://schemas.microsoft.com/office/drawing/2014/main" id="{14503771-B1B5-DCA2-3EEF-739406693868}"/>
                </a:ext>
              </a:extLst>
            </p:cNvPr>
            <p:cNvSpPr/>
            <p:nvPr/>
          </p:nvSpPr>
          <p:spPr>
            <a:xfrm rot="-7792626">
              <a:off x="8163944" y="3003006"/>
              <a:ext cx="1371600" cy="1371600"/>
            </a:xfrm>
            <a:prstGeom prst="rtTriangle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852;p25">
              <a:extLst>
                <a:ext uri="{FF2B5EF4-FFF2-40B4-BE49-F238E27FC236}">
                  <a16:creationId xmlns:a16="http://schemas.microsoft.com/office/drawing/2014/main" id="{3F32953E-7C73-E7C2-6BED-BF35E7B67C7A}"/>
                </a:ext>
              </a:extLst>
            </p:cNvPr>
            <p:cNvSpPr/>
            <p:nvPr/>
          </p:nvSpPr>
          <p:spPr>
            <a:xfrm rot="3007374">
              <a:off x="4473174" y="724612"/>
              <a:ext cx="1371600" cy="1371600"/>
            </a:xfrm>
            <a:prstGeom prst="rtTriangle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853;p25">
              <a:extLst>
                <a:ext uri="{FF2B5EF4-FFF2-40B4-BE49-F238E27FC236}">
                  <a16:creationId xmlns:a16="http://schemas.microsoft.com/office/drawing/2014/main" id="{719FB124-4ABB-62CF-A5BB-4F4338C847DF}"/>
                </a:ext>
              </a:extLst>
            </p:cNvPr>
            <p:cNvSpPr/>
            <p:nvPr/>
          </p:nvSpPr>
          <p:spPr>
            <a:xfrm rot="-7792626">
              <a:off x="4473174" y="724612"/>
              <a:ext cx="1371600" cy="1371600"/>
            </a:xfrm>
            <a:prstGeom prst="rtTriangle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854;p25">
              <a:extLst>
                <a:ext uri="{FF2B5EF4-FFF2-40B4-BE49-F238E27FC236}">
                  <a16:creationId xmlns:a16="http://schemas.microsoft.com/office/drawing/2014/main" id="{5BDD3C0D-27D8-26B8-0FFC-116E8CB54DF4}"/>
                </a:ext>
              </a:extLst>
            </p:cNvPr>
            <p:cNvSpPr/>
            <p:nvPr/>
          </p:nvSpPr>
          <p:spPr>
            <a:xfrm rot="3007374">
              <a:off x="3247376" y="3535990"/>
              <a:ext cx="1371600" cy="1371600"/>
            </a:xfrm>
            <a:prstGeom prst="rtTriangle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855;p25">
              <a:extLst>
                <a:ext uri="{FF2B5EF4-FFF2-40B4-BE49-F238E27FC236}">
                  <a16:creationId xmlns:a16="http://schemas.microsoft.com/office/drawing/2014/main" id="{5A64F1C5-DEB0-F99C-EE79-B08EF33F17C2}"/>
                </a:ext>
              </a:extLst>
            </p:cNvPr>
            <p:cNvSpPr/>
            <p:nvPr/>
          </p:nvSpPr>
          <p:spPr>
            <a:xfrm rot="-7792626">
              <a:off x="3247376" y="3535990"/>
              <a:ext cx="1371600" cy="1371600"/>
            </a:xfrm>
            <a:prstGeom prst="rtTriangle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C2D1D955-57E4-3A7F-79AF-6E5245E3CF2A}"/>
              </a:ext>
            </a:extLst>
          </p:cNvPr>
          <p:cNvSpPr/>
          <p:nvPr/>
        </p:nvSpPr>
        <p:spPr>
          <a:xfrm>
            <a:off x="537210" y="-365686"/>
            <a:ext cx="1154430" cy="1192529"/>
          </a:xfrm>
          <a:prstGeom prst="rect">
            <a:avLst/>
          </a:prstGeom>
          <a:solidFill>
            <a:srgbClr val="FEEF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Google Shape;834;p25">
            <a:extLst>
              <a:ext uri="{FF2B5EF4-FFF2-40B4-BE49-F238E27FC236}">
                <a16:creationId xmlns:a16="http://schemas.microsoft.com/office/drawing/2014/main" id="{0818A885-2702-4249-CD8B-1A8EF26D6616}"/>
              </a:ext>
            </a:extLst>
          </p:cNvPr>
          <p:cNvSpPr/>
          <p:nvPr/>
        </p:nvSpPr>
        <p:spPr>
          <a:xfrm rot="3007374">
            <a:off x="13357353" y="-241382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835;p25">
            <a:extLst>
              <a:ext uri="{FF2B5EF4-FFF2-40B4-BE49-F238E27FC236}">
                <a16:creationId xmlns:a16="http://schemas.microsoft.com/office/drawing/2014/main" id="{49FB6203-B847-46B4-A1BB-1B6311577AF0}"/>
              </a:ext>
            </a:extLst>
          </p:cNvPr>
          <p:cNvSpPr/>
          <p:nvPr/>
        </p:nvSpPr>
        <p:spPr>
          <a:xfrm rot="3007374">
            <a:off x="14236745" y="811213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836;p25">
            <a:extLst>
              <a:ext uri="{FF2B5EF4-FFF2-40B4-BE49-F238E27FC236}">
                <a16:creationId xmlns:a16="http://schemas.microsoft.com/office/drawing/2014/main" id="{7ADB879C-F870-8BC7-7E67-B908DB73537A}"/>
              </a:ext>
            </a:extLst>
          </p:cNvPr>
          <p:cNvSpPr/>
          <p:nvPr/>
        </p:nvSpPr>
        <p:spPr>
          <a:xfrm rot="3007374">
            <a:off x="15116137" y="1863808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837;p25">
            <a:extLst>
              <a:ext uri="{FF2B5EF4-FFF2-40B4-BE49-F238E27FC236}">
                <a16:creationId xmlns:a16="http://schemas.microsoft.com/office/drawing/2014/main" id="{0F83F5D6-4EF4-76BB-7FD5-F21A8C33E384}"/>
              </a:ext>
            </a:extLst>
          </p:cNvPr>
          <p:cNvSpPr/>
          <p:nvPr/>
        </p:nvSpPr>
        <p:spPr>
          <a:xfrm rot="3007374">
            <a:off x="15995528" y="2916403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838;p25">
            <a:extLst>
              <a:ext uri="{FF2B5EF4-FFF2-40B4-BE49-F238E27FC236}">
                <a16:creationId xmlns:a16="http://schemas.microsoft.com/office/drawing/2014/main" id="{4386A667-A8C2-0EBE-AAF1-78650747DADB}"/>
              </a:ext>
            </a:extLst>
          </p:cNvPr>
          <p:cNvSpPr/>
          <p:nvPr/>
        </p:nvSpPr>
        <p:spPr>
          <a:xfrm rot="3007374">
            <a:off x="12304758" y="638009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839;p25">
            <a:extLst>
              <a:ext uri="{FF2B5EF4-FFF2-40B4-BE49-F238E27FC236}">
                <a16:creationId xmlns:a16="http://schemas.microsoft.com/office/drawing/2014/main" id="{E54F0A38-E96E-33C3-2452-EC99310A1B44}"/>
              </a:ext>
            </a:extLst>
          </p:cNvPr>
          <p:cNvSpPr/>
          <p:nvPr/>
        </p:nvSpPr>
        <p:spPr>
          <a:xfrm rot="3007374">
            <a:off x="13184150" y="1690605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840;p25">
            <a:extLst>
              <a:ext uri="{FF2B5EF4-FFF2-40B4-BE49-F238E27FC236}">
                <a16:creationId xmlns:a16="http://schemas.microsoft.com/office/drawing/2014/main" id="{E6F4C0D5-25AC-FAD0-C307-B8221581B311}"/>
              </a:ext>
            </a:extLst>
          </p:cNvPr>
          <p:cNvSpPr/>
          <p:nvPr/>
        </p:nvSpPr>
        <p:spPr>
          <a:xfrm rot="3007374">
            <a:off x="14063541" y="2743200"/>
            <a:ext cx="1371600" cy="1371600"/>
          </a:xfrm>
          <a:prstGeom prst="rect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841;p25">
            <a:extLst>
              <a:ext uri="{FF2B5EF4-FFF2-40B4-BE49-F238E27FC236}">
                <a16:creationId xmlns:a16="http://schemas.microsoft.com/office/drawing/2014/main" id="{75BAAB8C-B611-CFA7-A493-D7CA3EC390D4}"/>
              </a:ext>
            </a:extLst>
          </p:cNvPr>
          <p:cNvSpPr/>
          <p:nvPr/>
        </p:nvSpPr>
        <p:spPr>
          <a:xfrm rot="3007374">
            <a:off x="14942933" y="3795795"/>
            <a:ext cx="1371600" cy="1371600"/>
          </a:xfrm>
          <a:prstGeom prst="rect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842;p25">
            <a:extLst>
              <a:ext uri="{FF2B5EF4-FFF2-40B4-BE49-F238E27FC236}">
                <a16:creationId xmlns:a16="http://schemas.microsoft.com/office/drawing/2014/main" id="{B69E5DEA-7BAE-C34C-BA03-8FC65A355E98}"/>
              </a:ext>
            </a:extLst>
          </p:cNvPr>
          <p:cNvSpPr/>
          <p:nvPr/>
        </p:nvSpPr>
        <p:spPr>
          <a:xfrm rot="3007374">
            <a:off x="11252163" y="1517401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843;p25">
            <a:extLst>
              <a:ext uri="{FF2B5EF4-FFF2-40B4-BE49-F238E27FC236}">
                <a16:creationId xmlns:a16="http://schemas.microsoft.com/office/drawing/2014/main" id="{93EE2871-BD20-A40B-95B0-8CD4B3509AE6}"/>
              </a:ext>
            </a:extLst>
          </p:cNvPr>
          <p:cNvSpPr/>
          <p:nvPr/>
        </p:nvSpPr>
        <p:spPr>
          <a:xfrm rot="3007374">
            <a:off x="12131555" y="2569996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844;p25">
            <a:extLst>
              <a:ext uri="{FF2B5EF4-FFF2-40B4-BE49-F238E27FC236}">
                <a16:creationId xmlns:a16="http://schemas.microsoft.com/office/drawing/2014/main" id="{A586CCC0-0516-8CC4-A156-DA46E97D2660}"/>
              </a:ext>
            </a:extLst>
          </p:cNvPr>
          <p:cNvSpPr/>
          <p:nvPr/>
        </p:nvSpPr>
        <p:spPr>
          <a:xfrm rot="3007374">
            <a:off x="13010946" y="3622591"/>
            <a:ext cx="1371600" cy="1371600"/>
          </a:xfrm>
          <a:prstGeom prst="rect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845;p25">
            <a:extLst>
              <a:ext uri="{FF2B5EF4-FFF2-40B4-BE49-F238E27FC236}">
                <a16:creationId xmlns:a16="http://schemas.microsoft.com/office/drawing/2014/main" id="{8BAA6B12-B2FA-29AD-030D-6DF0C9D74560}"/>
              </a:ext>
            </a:extLst>
          </p:cNvPr>
          <p:cNvSpPr/>
          <p:nvPr/>
        </p:nvSpPr>
        <p:spPr>
          <a:xfrm rot="3007374">
            <a:off x="13890338" y="4675187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846;p25">
            <a:extLst>
              <a:ext uri="{FF2B5EF4-FFF2-40B4-BE49-F238E27FC236}">
                <a16:creationId xmlns:a16="http://schemas.microsoft.com/office/drawing/2014/main" id="{F5E99547-DC0E-CEB2-B508-451C7ADCE551}"/>
              </a:ext>
            </a:extLst>
          </p:cNvPr>
          <p:cNvSpPr/>
          <p:nvPr/>
        </p:nvSpPr>
        <p:spPr>
          <a:xfrm rot="3007374">
            <a:off x="10199568" y="2396793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847;p25">
            <a:extLst>
              <a:ext uri="{FF2B5EF4-FFF2-40B4-BE49-F238E27FC236}">
                <a16:creationId xmlns:a16="http://schemas.microsoft.com/office/drawing/2014/main" id="{2AC8B0B6-FC1D-9027-943E-CD753B13C5F6}"/>
              </a:ext>
            </a:extLst>
          </p:cNvPr>
          <p:cNvSpPr/>
          <p:nvPr/>
        </p:nvSpPr>
        <p:spPr>
          <a:xfrm rot="3007374">
            <a:off x="11078959" y="3449388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848;p25">
            <a:extLst>
              <a:ext uri="{FF2B5EF4-FFF2-40B4-BE49-F238E27FC236}">
                <a16:creationId xmlns:a16="http://schemas.microsoft.com/office/drawing/2014/main" id="{270F65D6-8386-AC15-B317-E7D5312CE711}"/>
              </a:ext>
            </a:extLst>
          </p:cNvPr>
          <p:cNvSpPr/>
          <p:nvPr/>
        </p:nvSpPr>
        <p:spPr>
          <a:xfrm rot="3007374">
            <a:off x="11958351" y="4501983"/>
            <a:ext cx="1371600" cy="1371600"/>
          </a:xfrm>
          <a:prstGeom prst="rect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849;p25">
            <a:extLst>
              <a:ext uri="{FF2B5EF4-FFF2-40B4-BE49-F238E27FC236}">
                <a16:creationId xmlns:a16="http://schemas.microsoft.com/office/drawing/2014/main" id="{D5DC01B9-544B-76BB-778D-E97F64510D99}"/>
              </a:ext>
            </a:extLst>
          </p:cNvPr>
          <p:cNvSpPr/>
          <p:nvPr/>
        </p:nvSpPr>
        <p:spPr>
          <a:xfrm rot="3007374">
            <a:off x="12837743" y="5554578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850;p25">
            <a:extLst>
              <a:ext uri="{FF2B5EF4-FFF2-40B4-BE49-F238E27FC236}">
                <a16:creationId xmlns:a16="http://schemas.microsoft.com/office/drawing/2014/main" id="{DE9FB88F-FF77-97CC-41E8-8DD84CE57D0F}"/>
              </a:ext>
            </a:extLst>
          </p:cNvPr>
          <p:cNvSpPr/>
          <p:nvPr/>
        </p:nvSpPr>
        <p:spPr>
          <a:xfrm rot="3007374">
            <a:off x="15995528" y="2916403"/>
            <a:ext cx="1371600" cy="1371600"/>
          </a:xfrm>
          <a:prstGeom prst="rtTriangle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851;p25">
            <a:extLst>
              <a:ext uri="{FF2B5EF4-FFF2-40B4-BE49-F238E27FC236}">
                <a16:creationId xmlns:a16="http://schemas.microsoft.com/office/drawing/2014/main" id="{1D450A2A-1E8F-0614-B3ED-8C2F48C3647D}"/>
              </a:ext>
            </a:extLst>
          </p:cNvPr>
          <p:cNvSpPr/>
          <p:nvPr/>
        </p:nvSpPr>
        <p:spPr>
          <a:xfrm rot="-7792626">
            <a:off x="15995528" y="2916403"/>
            <a:ext cx="1371600" cy="1371600"/>
          </a:xfrm>
          <a:prstGeom prst="rtTriangle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852;p25">
            <a:extLst>
              <a:ext uri="{FF2B5EF4-FFF2-40B4-BE49-F238E27FC236}">
                <a16:creationId xmlns:a16="http://schemas.microsoft.com/office/drawing/2014/main" id="{3A08CD6F-E541-CA26-3FB1-CAB46C0F34EB}"/>
              </a:ext>
            </a:extLst>
          </p:cNvPr>
          <p:cNvSpPr/>
          <p:nvPr/>
        </p:nvSpPr>
        <p:spPr>
          <a:xfrm rot="3007374">
            <a:off x="12304758" y="638009"/>
            <a:ext cx="1371600" cy="1371600"/>
          </a:xfrm>
          <a:prstGeom prst="rtTriangle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853;p25">
            <a:extLst>
              <a:ext uri="{FF2B5EF4-FFF2-40B4-BE49-F238E27FC236}">
                <a16:creationId xmlns:a16="http://schemas.microsoft.com/office/drawing/2014/main" id="{723B0613-B561-2880-6C24-655563712818}"/>
              </a:ext>
            </a:extLst>
          </p:cNvPr>
          <p:cNvSpPr/>
          <p:nvPr/>
        </p:nvSpPr>
        <p:spPr>
          <a:xfrm rot="-7792626">
            <a:off x="12304758" y="638009"/>
            <a:ext cx="1371600" cy="1371600"/>
          </a:xfrm>
          <a:prstGeom prst="rtTriangle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854;p25">
            <a:extLst>
              <a:ext uri="{FF2B5EF4-FFF2-40B4-BE49-F238E27FC236}">
                <a16:creationId xmlns:a16="http://schemas.microsoft.com/office/drawing/2014/main" id="{53AE9DDF-E1D6-9BDA-EBAC-B485DCFA86C7}"/>
              </a:ext>
            </a:extLst>
          </p:cNvPr>
          <p:cNvSpPr/>
          <p:nvPr/>
        </p:nvSpPr>
        <p:spPr>
          <a:xfrm rot="3007374">
            <a:off x="11078960" y="3449387"/>
            <a:ext cx="1371600" cy="1371600"/>
          </a:xfrm>
          <a:prstGeom prst="rtTriangle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855;p25">
            <a:extLst>
              <a:ext uri="{FF2B5EF4-FFF2-40B4-BE49-F238E27FC236}">
                <a16:creationId xmlns:a16="http://schemas.microsoft.com/office/drawing/2014/main" id="{AAAF60D0-0767-360C-8214-72E989EC93B9}"/>
              </a:ext>
            </a:extLst>
          </p:cNvPr>
          <p:cNvSpPr/>
          <p:nvPr/>
        </p:nvSpPr>
        <p:spPr>
          <a:xfrm rot="-7792626">
            <a:off x="11078960" y="3449387"/>
            <a:ext cx="1371600" cy="1371600"/>
          </a:xfrm>
          <a:prstGeom prst="rtTriangle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7C5296C-CA54-F758-69F1-4E45E6C18587}"/>
              </a:ext>
            </a:extLst>
          </p:cNvPr>
          <p:cNvSpPr/>
          <p:nvPr/>
        </p:nvSpPr>
        <p:spPr>
          <a:xfrm>
            <a:off x="537210" y="990601"/>
            <a:ext cx="1154430" cy="1192529"/>
          </a:xfrm>
          <a:prstGeom prst="rect">
            <a:avLst/>
          </a:prstGeom>
          <a:solidFill>
            <a:srgbClr val="2C52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35EED74-E29E-1E7B-A7DF-21D984690525}"/>
              </a:ext>
            </a:extLst>
          </p:cNvPr>
          <p:cNvSpPr/>
          <p:nvPr/>
        </p:nvSpPr>
        <p:spPr>
          <a:xfrm>
            <a:off x="562081" y="2376405"/>
            <a:ext cx="1154430" cy="1192529"/>
          </a:xfrm>
          <a:prstGeom prst="rect">
            <a:avLst/>
          </a:prstGeom>
          <a:solidFill>
            <a:srgbClr val="71D2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113</a:t>
            </a:r>
          </a:p>
          <a:p>
            <a:pPr algn="ctr"/>
            <a:r>
              <a:rPr lang="en-US" dirty="0"/>
              <a:t>210</a:t>
            </a:r>
          </a:p>
          <a:p>
            <a:pPr algn="ctr"/>
            <a:r>
              <a:rPr lang="en-US" dirty="0"/>
              <a:t>207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6DAF105-BAFB-2360-DA36-E4AB63538048}"/>
              </a:ext>
            </a:extLst>
          </p:cNvPr>
          <p:cNvSpPr/>
          <p:nvPr/>
        </p:nvSpPr>
        <p:spPr>
          <a:xfrm>
            <a:off x="562081" y="3762209"/>
            <a:ext cx="1154430" cy="1192529"/>
          </a:xfrm>
          <a:prstGeom prst="rect">
            <a:avLst/>
          </a:prstGeom>
          <a:solidFill>
            <a:srgbClr val="A7BA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167, 186, 191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8CC91EB-B4D1-F681-1740-9ACF5B6B7D1E}"/>
              </a:ext>
            </a:extLst>
          </p:cNvPr>
          <p:cNvSpPr/>
          <p:nvPr/>
        </p:nvSpPr>
        <p:spPr>
          <a:xfrm>
            <a:off x="537210" y="5132895"/>
            <a:ext cx="1154430" cy="1192529"/>
          </a:xfrm>
          <a:prstGeom prst="rect">
            <a:avLst/>
          </a:prstGeom>
          <a:solidFill>
            <a:srgbClr val="69AC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105, 172, 177</a:t>
            </a:r>
          </a:p>
        </p:txBody>
      </p:sp>
    </p:spTree>
    <p:extLst>
      <p:ext uri="{BB962C8B-B14F-4D97-AF65-F5344CB8AC3E}">
        <p14:creationId xmlns:p14="http://schemas.microsoft.com/office/powerpoint/2010/main" val="1568747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EFD68-F111-09E8-AC34-D5AD8CF1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59F9518-1FBE-018C-716C-5D5BD52317C1}"/>
              </a:ext>
            </a:extLst>
          </p:cNvPr>
          <p:cNvSpPr/>
          <p:nvPr/>
        </p:nvSpPr>
        <p:spPr>
          <a:xfrm>
            <a:off x="537210" y="-365686"/>
            <a:ext cx="1154430" cy="1192529"/>
          </a:xfrm>
          <a:prstGeom prst="rect">
            <a:avLst/>
          </a:prstGeom>
          <a:solidFill>
            <a:srgbClr val="FEEF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Google Shape;834;p25">
            <a:extLst>
              <a:ext uri="{FF2B5EF4-FFF2-40B4-BE49-F238E27FC236}">
                <a16:creationId xmlns:a16="http://schemas.microsoft.com/office/drawing/2014/main" id="{11B4004A-274D-BDE3-EC70-C755A55F2824}"/>
              </a:ext>
            </a:extLst>
          </p:cNvPr>
          <p:cNvSpPr/>
          <p:nvPr/>
        </p:nvSpPr>
        <p:spPr>
          <a:xfrm rot="3007374">
            <a:off x="13357353" y="-241382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835;p25">
            <a:extLst>
              <a:ext uri="{FF2B5EF4-FFF2-40B4-BE49-F238E27FC236}">
                <a16:creationId xmlns:a16="http://schemas.microsoft.com/office/drawing/2014/main" id="{35F82AF0-3C04-E5DF-4820-D6527FA12927}"/>
              </a:ext>
            </a:extLst>
          </p:cNvPr>
          <p:cNvSpPr/>
          <p:nvPr/>
        </p:nvSpPr>
        <p:spPr>
          <a:xfrm rot="3007374">
            <a:off x="14236745" y="811213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836;p25">
            <a:extLst>
              <a:ext uri="{FF2B5EF4-FFF2-40B4-BE49-F238E27FC236}">
                <a16:creationId xmlns:a16="http://schemas.microsoft.com/office/drawing/2014/main" id="{1FFEA85E-FBE7-0E61-5C03-5757E5ABC24A}"/>
              </a:ext>
            </a:extLst>
          </p:cNvPr>
          <p:cNvSpPr/>
          <p:nvPr/>
        </p:nvSpPr>
        <p:spPr>
          <a:xfrm rot="3007374">
            <a:off x="15116137" y="1863808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837;p25">
            <a:extLst>
              <a:ext uri="{FF2B5EF4-FFF2-40B4-BE49-F238E27FC236}">
                <a16:creationId xmlns:a16="http://schemas.microsoft.com/office/drawing/2014/main" id="{2A5ADCD5-6B43-AD7F-ACE5-249885C7DA74}"/>
              </a:ext>
            </a:extLst>
          </p:cNvPr>
          <p:cNvSpPr/>
          <p:nvPr/>
        </p:nvSpPr>
        <p:spPr>
          <a:xfrm rot="3007374">
            <a:off x="15995528" y="2916403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838;p25">
            <a:extLst>
              <a:ext uri="{FF2B5EF4-FFF2-40B4-BE49-F238E27FC236}">
                <a16:creationId xmlns:a16="http://schemas.microsoft.com/office/drawing/2014/main" id="{493CC1F9-9A4B-ACD3-301B-7B81830E4A64}"/>
              </a:ext>
            </a:extLst>
          </p:cNvPr>
          <p:cNvSpPr/>
          <p:nvPr/>
        </p:nvSpPr>
        <p:spPr>
          <a:xfrm rot="3007374">
            <a:off x="12304758" y="638009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839;p25">
            <a:extLst>
              <a:ext uri="{FF2B5EF4-FFF2-40B4-BE49-F238E27FC236}">
                <a16:creationId xmlns:a16="http://schemas.microsoft.com/office/drawing/2014/main" id="{33F3C22D-B190-EADA-F597-E5880D150345}"/>
              </a:ext>
            </a:extLst>
          </p:cNvPr>
          <p:cNvSpPr/>
          <p:nvPr/>
        </p:nvSpPr>
        <p:spPr>
          <a:xfrm rot="3007374">
            <a:off x="13184150" y="1690605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840;p25">
            <a:extLst>
              <a:ext uri="{FF2B5EF4-FFF2-40B4-BE49-F238E27FC236}">
                <a16:creationId xmlns:a16="http://schemas.microsoft.com/office/drawing/2014/main" id="{37079F06-3E5A-A032-988F-FB25870966A3}"/>
              </a:ext>
            </a:extLst>
          </p:cNvPr>
          <p:cNvSpPr/>
          <p:nvPr/>
        </p:nvSpPr>
        <p:spPr>
          <a:xfrm rot="3007374">
            <a:off x="14063541" y="2743200"/>
            <a:ext cx="1371600" cy="1371600"/>
          </a:xfrm>
          <a:prstGeom prst="rect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841;p25">
            <a:extLst>
              <a:ext uri="{FF2B5EF4-FFF2-40B4-BE49-F238E27FC236}">
                <a16:creationId xmlns:a16="http://schemas.microsoft.com/office/drawing/2014/main" id="{F0702F0B-FAD7-7769-4193-F411F379710E}"/>
              </a:ext>
            </a:extLst>
          </p:cNvPr>
          <p:cNvSpPr/>
          <p:nvPr/>
        </p:nvSpPr>
        <p:spPr>
          <a:xfrm rot="3007374">
            <a:off x="14942933" y="3795795"/>
            <a:ext cx="1371600" cy="1371600"/>
          </a:xfrm>
          <a:prstGeom prst="rect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842;p25">
            <a:extLst>
              <a:ext uri="{FF2B5EF4-FFF2-40B4-BE49-F238E27FC236}">
                <a16:creationId xmlns:a16="http://schemas.microsoft.com/office/drawing/2014/main" id="{C10C5035-FBFE-173D-3190-DE6B3B2D62DF}"/>
              </a:ext>
            </a:extLst>
          </p:cNvPr>
          <p:cNvSpPr/>
          <p:nvPr/>
        </p:nvSpPr>
        <p:spPr>
          <a:xfrm rot="3007374">
            <a:off x="11252163" y="1517401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843;p25">
            <a:extLst>
              <a:ext uri="{FF2B5EF4-FFF2-40B4-BE49-F238E27FC236}">
                <a16:creationId xmlns:a16="http://schemas.microsoft.com/office/drawing/2014/main" id="{2064BCDA-C575-DEC8-C4E5-DBB7293661C5}"/>
              </a:ext>
            </a:extLst>
          </p:cNvPr>
          <p:cNvSpPr/>
          <p:nvPr/>
        </p:nvSpPr>
        <p:spPr>
          <a:xfrm rot="3007374">
            <a:off x="12131555" y="2569996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844;p25">
            <a:extLst>
              <a:ext uri="{FF2B5EF4-FFF2-40B4-BE49-F238E27FC236}">
                <a16:creationId xmlns:a16="http://schemas.microsoft.com/office/drawing/2014/main" id="{B8955535-E22F-0CF7-F2DC-26186F655CCB}"/>
              </a:ext>
            </a:extLst>
          </p:cNvPr>
          <p:cNvSpPr/>
          <p:nvPr/>
        </p:nvSpPr>
        <p:spPr>
          <a:xfrm rot="3007374">
            <a:off x="13010946" y="3622591"/>
            <a:ext cx="1371600" cy="1371600"/>
          </a:xfrm>
          <a:prstGeom prst="rect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845;p25">
            <a:extLst>
              <a:ext uri="{FF2B5EF4-FFF2-40B4-BE49-F238E27FC236}">
                <a16:creationId xmlns:a16="http://schemas.microsoft.com/office/drawing/2014/main" id="{634459C0-D578-773A-30C2-4304B8CB4BCB}"/>
              </a:ext>
            </a:extLst>
          </p:cNvPr>
          <p:cNvSpPr/>
          <p:nvPr/>
        </p:nvSpPr>
        <p:spPr>
          <a:xfrm rot="3007374">
            <a:off x="13890338" y="4675187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846;p25">
            <a:extLst>
              <a:ext uri="{FF2B5EF4-FFF2-40B4-BE49-F238E27FC236}">
                <a16:creationId xmlns:a16="http://schemas.microsoft.com/office/drawing/2014/main" id="{0542D3D0-005B-53BA-7DA2-C8F26A1C9CDB}"/>
              </a:ext>
            </a:extLst>
          </p:cNvPr>
          <p:cNvSpPr/>
          <p:nvPr/>
        </p:nvSpPr>
        <p:spPr>
          <a:xfrm rot="3007374">
            <a:off x="10199568" y="2396793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847;p25">
            <a:extLst>
              <a:ext uri="{FF2B5EF4-FFF2-40B4-BE49-F238E27FC236}">
                <a16:creationId xmlns:a16="http://schemas.microsoft.com/office/drawing/2014/main" id="{5C1D5D85-B5BB-86DC-9CFE-13CD3632B8F1}"/>
              </a:ext>
            </a:extLst>
          </p:cNvPr>
          <p:cNvSpPr/>
          <p:nvPr/>
        </p:nvSpPr>
        <p:spPr>
          <a:xfrm rot="3007374">
            <a:off x="11078959" y="3449388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848;p25">
            <a:extLst>
              <a:ext uri="{FF2B5EF4-FFF2-40B4-BE49-F238E27FC236}">
                <a16:creationId xmlns:a16="http://schemas.microsoft.com/office/drawing/2014/main" id="{E0E0D661-CEDE-9407-A3AA-F34738A7583E}"/>
              </a:ext>
            </a:extLst>
          </p:cNvPr>
          <p:cNvSpPr/>
          <p:nvPr/>
        </p:nvSpPr>
        <p:spPr>
          <a:xfrm rot="3007374">
            <a:off x="11958351" y="4501983"/>
            <a:ext cx="1371600" cy="1371600"/>
          </a:xfrm>
          <a:prstGeom prst="rect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849;p25">
            <a:extLst>
              <a:ext uri="{FF2B5EF4-FFF2-40B4-BE49-F238E27FC236}">
                <a16:creationId xmlns:a16="http://schemas.microsoft.com/office/drawing/2014/main" id="{452E06F5-0A71-CC36-4F75-FE9B5B86A758}"/>
              </a:ext>
            </a:extLst>
          </p:cNvPr>
          <p:cNvSpPr/>
          <p:nvPr/>
        </p:nvSpPr>
        <p:spPr>
          <a:xfrm rot="3007374">
            <a:off x="12837743" y="5554578"/>
            <a:ext cx="1371600" cy="1371600"/>
          </a:xfrm>
          <a:prstGeom prst="rect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850;p25">
            <a:extLst>
              <a:ext uri="{FF2B5EF4-FFF2-40B4-BE49-F238E27FC236}">
                <a16:creationId xmlns:a16="http://schemas.microsoft.com/office/drawing/2014/main" id="{24F8C800-343B-F2DD-AC0D-C10A9B9A58AC}"/>
              </a:ext>
            </a:extLst>
          </p:cNvPr>
          <p:cNvSpPr/>
          <p:nvPr/>
        </p:nvSpPr>
        <p:spPr>
          <a:xfrm rot="3007374">
            <a:off x="15995528" y="2916403"/>
            <a:ext cx="1371600" cy="1371600"/>
          </a:xfrm>
          <a:prstGeom prst="rtTriangle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851;p25">
            <a:extLst>
              <a:ext uri="{FF2B5EF4-FFF2-40B4-BE49-F238E27FC236}">
                <a16:creationId xmlns:a16="http://schemas.microsoft.com/office/drawing/2014/main" id="{9232E54E-498E-F5B2-ACD3-A0E9F27DF55F}"/>
              </a:ext>
            </a:extLst>
          </p:cNvPr>
          <p:cNvSpPr/>
          <p:nvPr/>
        </p:nvSpPr>
        <p:spPr>
          <a:xfrm rot="-7792626">
            <a:off x="15995528" y="2916403"/>
            <a:ext cx="1371600" cy="1371600"/>
          </a:xfrm>
          <a:prstGeom prst="rtTriangle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852;p25">
            <a:extLst>
              <a:ext uri="{FF2B5EF4-FFF2-40B4-BE49-F238E27FC236}">
                <a16:creationId xmlns:a16="http://schemas.microsoft.com/office/drawing/2014/main" id="{D5433D8F-03A4-1E51-5F7D-C2D589E5683C}"/>
              </a:ext>
            </a:extLst>
          </p:cNvPr>
          <p:cNvSpPr/>
          <p:nvPr/>
        </p:nvSpPr>
        <p:spPr>
          <a:xfrm rot="3007374">
            <a:off x="12304758" y="638009"/>
            <a:ext cx="1371600" cy="1371600"/>
          </a:xfrm>
          <a:prstGeom prst="rtTriangle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853;p25">
            <a:extLst>
              <a:ext uri="{FF2B5EF4-FFF2-40B4-BE49-F238E27FC236}">
                <a16:creationId xmlns:a16="http://schemas.microsoft.com/office/drawing/2014/main" id="{61D758AD-9AE4-904C-6973-518FB214A785}"/>
              </a:ext>
            </a:extLst>
          </p:cNvPr>
          <p:cNvSpPr/>
          <p:nvPr/>
        </p:nvSpPr>
        <p:spPr>
          <a:xfrm rot="-7792626">
            <a:off x="12304758" y="638009"/>
            <a:ext cx="1371600" cy="1371600"/>
          </a:xfrm>
          <a:prstGeom prst="rtTriangle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854;p25">
            <a:extLst>
              <a:ext uri="{FF2B5EF4-FFF2-40B4-BE49-F238E27FC236}">
                <a16:creationId xmlns:a16="http://schemas.microsoft.com/office/drawing/2014/main" id="{64D19C8E-8A4E-B393-D046-249AF5B0EBE6}"/>
              </a:ext>
            </a:extLst>
          </p:cNvPr>
          <p:cNvSpPr/>
          <p:nvPr/>
        </p:nvSpPr>
        <p:spPr>
          <a:xfrm rot="3007374">
            <a:off x="11078960" y="3449387"/>
            <a:ext cx="1371600" cy="1371600"/>
          </a:xfrm>
          <a:prstGeom prst="rtTriangle">
            <a:avLst/>
          </a:prstGeom>
          <a:solidFill>
            <a:srgbClr val="69AC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855;p25">
            <a:extLst>
              <a:ext uri="{FF2B5EF4-FFF2-40B4-BE49-F238E27FC236}">
                <a16:creationId xmlns:a16="http://schemas.microsoft.com/office/drawing/2014/main" id="{6850101F-65A1-C49E-5DC1-D7F6400703AF}"/>
              </a:ext>
            </a:extLst>
          </p:cNvPr>
          <p:cNvSpPr/>
          <p:nvPr/>
        </p:nvSpPr>
        <p:spPr>
          <a:xfrm rot="-7792626">
            <a:off x="11078960" y="3449387"/>
            <a:ext cx="1371600" cy="1371600"/>
          </a:xfrm>
          <a:prstGeom prst="rtTriangle">
            <a:avLst/>
          </a:prstGeom>
          <a:solidFill>
            <a:srgbClr val="FE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38250A6-4F58-6802-CC7F-B2477A2FF58B}"/>
              </a:ext>
            </a:extLst>
          </p:cNvPr>
          <p:cNvSpPr/>
          <p:nvPr/>
        </p:nvSpPr>
        <p:spPr>
          <a:xfrm>
            <a:off x="537210" y="990601"/>
            <a:ext cx="1154430" cy="1192529"/>
          </a:xfrm>
          <a:prstGeom prst="rect">
            <a:avLst/>
          </a:prstGeom>
          <a:solidFill>
            <a:srgbClr val="2C52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DACE7F-A970-DF7F-F778-255062F2D111}"/>
              </a:ext>
            </a:extLst>
          </p:cNvPr>
          <p:cNvSpPr/>
          <p:nvPr/>
        </p:nvSpPr>
        <p:spPr>
          <a:xfrm>
            <a:off x="562081" y="2376405"/>
            <a:ext cx="1154430" cy="1192529"/>
          </a:xfrm>
          <a:prstGeom prst="rect">
            <a:avLst/>
          </a:prstGeom>
          <a:solidFill>
            <a:srgbClr val="71D2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113</a:t>
            </a:r>
          </a:p>
          <a:p>
            <a:pPr algn="ctr"/>
            <a:r>
              <a:rPr lang="en-US" dirty="0"/>
              <a:t>210</a:t>
            </a:r>
          </a:p>
          <a:p>
            <a:pPr algn="ctr"/>
            <a:r>
              <a:rPr lang="en-US" dirty="0"/>
              <a:t>207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531658-D461-6C6A-19A5-0DAD5D5812E2}"/>
              </a:ext>
            </a:extLst>
          </p:cNvPr>
          <p:cNvSpPr/>
          <p:nvPr/>
        </p:nvSpPr>
        <p:spPr>
          <a:xfrm>
            <a:off x="562081" y="3762209"/>
            <a:ext cx="1154430" cy="1192529"/>
          </a:xfrm>
          <a:prstGeom prst="rect">
            <a:avLst/>
          </a:prstGeom>
          <a:solidFill>
            <a:srgbClr val="A7BA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167, 186, 191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4E8353-C89F-BA01-CAFB-DB3C89596440}"/>
              </a:ext>
            </a:extLst>
          </p:cNvPr>
          <p:cNvSpPr/>
          <p:nvPr/>
        </p:nvSpPr>
        <p:spPr>
          <a:xfrm>
            <a:off x="537210" y="5132895"/>
            <a:ext cx="1154430" cy="1192529"/>
          </a:xfrm>
          <a:prstGeom prst="rect">
            <a:avLst/>
          </a:prstGeom>
          <a:solidFill>
            <a:srgbClr val="69AC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105, 172, 177</a:t>
            </a:r>
          </a:p>
        </p:txBody>
      </p:sp>
      <p:sp>
        <p:nvSpPr>
          <p:cNvPr id="5" name="Google Shape;837;p25">
            <a:extLst>
              <a:ext uri="{FF2B5EF4-FFF2-40B4-BE49-F238E27FC236}">
                <a16:creationId xmlns:a16="http://schemas.microsoft.com/office/drawing/2014/main" id="{B584F688-100F-9E82-B040-B4AE751A8CDE}"/>
              </a:ext>
            </a:extLst>
          </p:cNvPr>
          <p:cNvSpPr/>
          <p:nvPr/>
        </p:nvSpPr>
        <p:spPr>
          <a:xfrm rot="2689111">
            <a:off x="8023493" y="2713558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38;p25">
            <a:extLst>
              <a:ext uri="{FF2B5EF4-FFF2-40B4-BE49-F238E27FC236}">
                <a16:creationId xmlns:a16="http://schemas.microsoft.com/office/drawing/2014/main" id="{6D800D36-F370-C645-F642-84B6A43FDC08}"/>
              </a:ext>
            </a:extLst>
          </p:cNvPr>
          <p:cNvSpPr/>
          <p:nvPr/>
        </p:nvSpPr>
        <p:spPr>
          <a:xfrm rot="2689111">
            <a:off x="4144620" y="806294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40;p25">
            <a:extLst>
              <a:ext uri="{FF2B5EF4-FFF2-40B4-BE49-F238E27FC236}">
                <a16:creationId xmlns:a16="http://schemas.microsoft.com/office/drawing/2014/main" id="{997A803C-FB70-5A5A-BA7D-B9377527F3F8}"/>
              </a:ext>
            </a:extLst>
          </p:cNvPr>
          <p:cNvSpPr/>
          <p:nvPr/>
        </p:nvSpPr>
        <p:spPr>
          <a:xfrm rot="2689111">
            <a:off x="6083765" y="2733152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41;p25">
            <a:extLst>
              <a:ext uri="{FF2B5EF4-FFF2-40B4-BE49-F238E27FC236}">
                <a16:creationId xmlns:a16="http://schemas.microsoft.com/office/drawing/2014/main" id="{10ED243A-95AB-7BB4-7BFC-F84D7BAB767A}"/>
              </a:ext>
            </a:extLst>
          </p:cNvPr>
          <p:cNvSpPr/>
          <p:nvPr/>
        </p:nvSpPr>
        <p:spPr>
          <a:xfrm rot="2689111">
            <a:off x="7056700" y="3699943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842;p25">
            <a:extLst>
              <a:ext uri="{FF2B5EF4-FFF2-40B4-BE49-F238E27FC236}">
                <a16:creationId xmlns:a16="http://schemas.microsoft.com/office/drawing/2014/main" id="{72262FCC-9889-F895-C7CD-B67CB85149C7}"/>
              </a:ext>
            </a:extLst>
          </p:cNvPr>
          <p:cNvSpPr/>
          <p:nvPr/>
        </p:nvSpPr>
        <p:spPr>
          <a:xfrm rot="2689111">
            <a:off x="3171105" y="1772505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844;p25">
            <a:extLst>
              <a:ext uri="{FF2B5EF4-FFF2-40B4-BE49-F238E27FC236}">
                <a16:creationId xmlns:a16="http://schemas.microsoft.com/office/drawing/2014/main" id="{672911BC-A40F-BFBA-34FD-3064C8F5D021}"/>
              </a:ext>
            </a:extLst>
          </p:cNvPr>
          <p:cNvSpPr/>
          <p:nvPr/>
        </p:nvSpPr>
        <p:spPr>
          <a:xfrm rot="2689111">
            <a:off x="5116974" y="3706086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845;p25">
            <a:extLst>
              <a:ext uri="{FF2B5EF4-FFF2-40B4-BE49-F238E27FC236}">
                <a16:creationId xmlns:a16="http://schemas.microsoft.com/office/drawing/2014/main" id="{37F4C662-3833-1E37-92AD-8458EAB8F783}"/>
              </a:ext>
            </a:extLst>
          </p:cNvPr>
          <p:cNvSpPr/>
          <p:nvPr/>
        </p:nvSpPr>
        <p:spPr>
          <a:xfrm rot="2689111">
            <a:off x="6089910" y="4672878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846;p25">
            <a:extLst>
              <a:ext uri="{FF2B5EF4-FFF2-40B4-BE49-F238E27FC236}">
                <a16:creationId xmlns:a16="http://schemas.microsoft.com/office/drawing/2014/main" id="{4D5A9671-2656-7875-469F-06A5624D1F6C}"/>
              </a:ext>
            </a:extLst>
          </p:cNvPr>
          <p:cNvSpPr/>
          <p:nvPr/>
        </p:nvSpPr>
        <p:spPr>
          <a:xfrm rot="2689111">
            <a:off x="2217763" y="2745440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47;p25">
            <a:extLst>
              <a:ext uri="{FF2B5EF4-FFF2-40B4-BE49-F238E27FC236}">
                <a16:creationId xmlns:a16="http://schemas.microsoft.com/office/drawing/2014/main" id="{BC648845-6822-A55D-F041-363F1B408505}"/>
              </a:ext>
            </a:extLst>
          </p:cNvPr>
          <p:cNvSpPr/>
          <p:nvPr/>
        </p:nvSpPr>
        <p:spPr>
          <a:xfrm rot="2689111">
            <a:off x="3177249" y="3712231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48;p25">
            <a:extLst>
              <a:ext uri="{FF2B5EF4-FFF2-40B4-BE49-F238E27FC236}">
                <a16:creationId xmlns:a16="http://schemas.microsoft.com/office/drawing/2014/main" id="{83E26A7D-B2AB-906F-0AB6-F9B7BC17091D}"/>
              </a:ext>
            </a:extLst>
          </p:cNvPr>
          <p:cNvSpPr/>
          <p:nvPr/>
        </p:nvSpPr>
        <p:spPr>
          <a:xfrm rot="2689111">
            <a:off x="4150184" y="4679021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849;p25">
            <a:extLst>
              <a:ext uri="{FF2B5EF4-FFF2-40B4-BE49-F238E27FC236}">
                <a16:creationId xmlns:a16="http://schemas.microsoft.com/office/drawing/2014/main" id="{C9A17B78-6430-AB82-A651-695E1AF61EC6}"/>
              </a:ext>
            </a:extLst>
          </p:cNvPr>
          <p:cNvSpPr/>
          <p:nvPr/>
        </p:nvSpPr>
        <p:spPr>
          <a:xfrm rot="2689111">
            <a:off x="5123119" y="5645812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851;p25">
            <a:extLst>
              <a:ext uri="{FF2B5EF4-FFF2-40B4-BE49-F238E27FC236}">
                <a16:creationId xmlns:a16="http://schemas.microsoft.com/office/drawing/2014/main" id="{FB9B4511-19E5-5992-5E4D-556E554C12E7}"/>
              </a:ext>
            </a:extLst>
          </p:cNvPr>
          <p:cNvSpPr/>
          <p:nvPr/>
        </p:nvSpPr>
        <p:spPr>
          <a:xfrm rot="13489111">
            <a:off x="8023491" y="2733461"/>
            <a:ext cx="1371600" cy="1371600"/>
          </a:xfrm>
          <a:prstGeom prst="rtTriangle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852;p25">
            <a:extLst>
              <a:ext uri="{FF2B5EF4-FFF2-40B4-BE49-F238E27FC236}">
                <a16:creationId xmlns:a16="http://schemas.microsoft.com/office/drawing/2014/main" id="{E456EE4C-4FA1-B969-F23A-D30874B0953C}"/>
              </a:ext>
            </a:extLst>
          </p:cNvPr>
          <p:cNvSpPr/>
          <p:nvPr/>
        </p:nvSpPr>
        <p:spPr>
          <a:xfrm rot="2689111">
            <a:off x="4137896" y="806294"/>
            <a:ext cx="1371600" cy="1371600"/>
          </a:xfrm>
          <a:prstGeom prst="rtTriangle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854;p25">
            <a:extLst>
              <a:ext uri="{FF2B5EF4-FFF2-40B4-BE49-F238E27FC236}">
                <a16:creationId xmlns:a16="http://schemas.microsoft.com/office/drawing/2014/main" id="{2DE05B6D-4D61-FA87-5CA1-7B17A11E899E}"/>
              </a:ext>
            </a:extLst>
          </p:cNvPr>
          <p:cNvSpPr/>
          <p:nvPr/>
        </p:nvSpPr>
        <p:spPr>
          <a:xfrm rot="2689111">
            <a:off x="3183974" y="3705506"/>
            <a:ext cx="1371600" cy="1371600"/>
          </a:xfrm>
          <a:prstGeom prst="rtTriangle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34;p25">
            <a:extLst>
              <a:ext uri="{FF2B5EF4-FFF2-40B4-BE49-F238E27FC236}">
                <a16:creationId xmlns:a16="http://schemas.microsoft.com/office/drawing/2014/main" id="{E3ED781C-A435-3712-213C-C2D5E8659519}"/>
              </a:ext>
            </a:extLst>
          </p:cNvPr>
          <p:cNvSpPr/>
          <p:nvPr/>
        </p:nvSpPr>
        <p:spPr>
          <a:xfrm rot="2689111">
            <a:off x="5100766" y="1766671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835;p25">
            <a:extLst>
              <a:ext uri="{FF2B5EF4-FFF2-40B4-BE49-F238E27FC236}">
                <a16:creationId xmlns:a16="http://schemas.microsoft.com/office/drawing/2014/main" id="{1B544CFD-0E93-BC96-C97F-79E5D1DCE172}"/>
              </a:ext>
            </a:extLst>
          </p:cNvPr>
          <p:cNvSpPr/>
          <p:nvPr/>
        </p:nvSpPr>
        <p:spPr>
          <a:xfrm rot="2689111">
            <a:off x="6073701" y="2733462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39;p25">
            <a:extLst>
              <a:ext uri="{FF2B5EF4-FFF2-40B4-BE49-F238E27FC236}">
                <a16:creationId xmlns:a16="http://schemas.microsoft.com/office/drawing/2014/main" id="{1B07413D-2F2B-1AB9-364A-08F9F61CEA47}"/>
              </a:ext>
            </a:extLst>
          </p:cNvPr>
          <p:cNvSpPr/>
          <p:nvPr/>
        </p:nvSpPr>
        <p:spPr>
          <a:xfrm rot="2689111">
            <a:off x="5106910" y="3706397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Picture 29" descr="The image depicts a minimalistic, abstract design with a geometric, colorful teardrop shape.&#10;&#10;AI-generated content may be incorrect.">
            <a:extLst>
              <a:ext uri="{FF2B5EF4-FFF2-40B4-BE49-F238E27FC236}">
                <a16:creationId xmlns:a16="http://schemas.microsoft.com/office/drawing/2014/main" id="{E4EAC8A1-8BD5-30C6-5314-90637B099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4714" y="990601"/>
            <a:ext cx="7735825" cy="6858000"/>
          </a:xfrm>
          <a:prstGeom prst="rect">
            <a:avLst/>
          </a:prstGeom>
        </p:spPr>
      </p:pic>
      <p:sp>
        <p:nvSpPr>
          <p:cNvPr id="62" name="Google Shape;854;p25">
            <a:extLst>
              <a:ext uri="{FF2B5EF4-FFF2-40B4-BE49-F238E27FC236}">
                <a16:creationId xmlns:a16="http://schemas.microsoft.com/office/drawing/2014/main" id="{82CBDC09-7A18-30AC-6C2D-8A3F7B7D5F7C}"/>
              </a:ext>
            </a:extLst>
          </p:cNvPr>
          <p:cNvSpPr/>
          <p:nvPr/>
        </p:nvSpPr>
        <p:spPr>
          <a:xfrm rot="2689111">
            <a:off x="7986534" y="2716012"/>
            <a:ext cx="1371600" cy="1371600"/>
          </a:xfrm>
          <a:prstGeom prst="rtTriangle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854;p25">
            <a:extLst>
              <a:ext uri="{FF2B5EF4-FFF2-40B4-BE49-F238E27FC236}">
                <a16:creationId xmlns:a16="http://schemas.microsoft.com/office/drawing/2014/main" id="{55BB0C79-BCAE-F921-98A6-DE7F16F67765}"/>
              </a:ext>
            </a:extLst>
          </p:cNvPr>
          <p:cNvSpPr/>
          <p:nvPr/>
        </p:nvSpPr>
        <p:spPr>
          <a:xfrm rot="13484497">
            <a:off x="4137902" y="811213"/>
            <a:ext cx="1371600" cy="1371600"/>
          </a:xfrm>
          <a:prstGeom prst="rtTriangle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834;p25">
            <a:extLst>
              <a:ext uri="{FF2B5EF4-FFF2-40B4-BE49-F238E27FC236}">
                <a16:creationId xmlns:a16="http://schemas.microsoft.com/office/drawing/2014/main" id="{717FCF65-36E4-613A-BEE2-C5838F2C5791}"/>
              </a:ext>
            </a:extLst>
          </p:cNvPr>
          <p:cNvSpPr/>
          <p:nvPr/>
        </p:nvSpPr>
        <p:spPr>
          <a:xfrm rot="2689111">
            <a:off x="5097694" y="-147014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834;p25">
            <a:extLst>
              <a:ext uri="{FF2B5EF4-FFF2-40B4-BE49-F238E27FC236}">
                <a16:creationId xmlns:a16="http://schemas.microsoft.com/office/drawing/2014/main" id="{882EEB34-9255-8A67-2FB1-0A035BCB91E2}"/>
              </a:ext>
            </a:extLst>
          </p:cNvPr>
          <p:cNvSpPr/>
          <p:nvPr/>
        </p:nvSpPr>
        <p:spPr>
          <a:xfrm rot="2689111">
            <a:off x="6064797" y="799570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834;p25">
            <a:extLst>
              <a:ext uri="{FF2B5EF4-FFF2-40B4-BE49-F238E27FC236}">
                <a16:creationId xmlns:a16="http://schemas.microsoft.com/office/drawing/2014/main" id="{DDAFBD28-749A-7688-D573-7AA360E826B5}"/>
              </a:ext>
            </a:extLst>
          </p:cNvPr>
          <p:cNvSpPr/>
          <p:nvPr/>
        </p:nvSpPr>
        <p:spPr>
          <a:xfrm rot="2689111">
            <a:off x="7044413" y="1760217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854;p25">
            <a:extLst>
              <a:ext uri="{FF2B5EF4-FFF2-40B4-BE49-F238E27FC236}">
                <a16:creationId xmlns:a16="http://schemas.microsoft.com/office/drawing/2014/main" id="{C5C49376-8EEB-D1D8-4DD2-FB1F93C27DDB}"/>
              </a:ext>
            </a:extLst>
          </p:cNvPr>
          <p:cNvSpPr/>
          <p:nvPr/>
        </p:nvSpPr>
        <p:spPr>
          <a:xfrm rot="13484497">
            <a:off x="3186476" y="3699949"/>
            <a:ext cx="1371600" cy="1371600"/>
          </a:xfrm>
          <a:prstGeom prst="rtTriangle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834;p25">
            <a:extLst>
              <a:ext uri="{FF2B5EF4-FFF2-40B4-BE49-F238E27FC236}">
                <a16:creationId xmlns:a16="http://schemas.microsoft.com/office/drawing/2014/main" id="{C4170FFA-FD4C-0E66-4FC2-3623FF7A2B65}"/>
              </a:ext>
            </a:extLst>
          </p:cNvPr>
          <p:cNvSpPr/>
          <p:nvPr/>
        </p:nvSpPr>
        <p:spPr>
          <a:xfrm rot="2689111">
            <a:off x="4152944" y="2720282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51;p25">
            <a:extLst>
              <a:ext uri="{FF2B5EF4-FFF2-40B4-BE49-F238E27FC236}">
                <a16:creationId xmlns:a16="http://schemas.microsoft.com/office/drawing/2014/main" id="{8DBE194B-8ECE-9710-3A88-8A439B032792}"/>
              </a:ext>
            </a:extLst>
          </p:cNvPr>
          <p:cNvSpPr/>
          <p:nvPr/>
        </p:nvSpPr>
        <p:spPr>
          <a:xfrm rot="13489111">
            <a:off x="4134363" y="821049"/>
            <a:ext cx="1371600" cy="1371600"/>
          </a:xfrm>
          <a:prstGeom prst="rtTriangle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51;p25">
            <a:extLst>
              <a:ext uri="{FF2B5EF4-FFF2-40B4-BE49-F238E27FC236}">
                <a16:creationId xmlns:a16="http://schemas.microsoft.com/office/drawing/2014/main" id="{58401F4A-C5A3-2BE8-FD67-67DA64DF388F}"/>
              </a:ext>
            </a:extLst>
          </p:cNvPr>
          <p:cNvSpPr/>
          <p:nvPr/>
        </p:nvSpPr>
        <p:spPr>
          <a:xfrm rot="13489111">
            <a:off x="3183972" y="3693055"/>
            <a:ext cx="1371600" cy="1371600"/>
          </a:xfrm>
          <a:prstGeom prst="rtTriangle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843;p25">
            <a:extLst>
              <a:ext uri="{FF2B5EF4-FFF2-40B4-BE49-F238E27FC236}">
                <a16:creationId xmlns:a16="http://schemas.microsoft.com/office/drawing/2014/main" id="{4E59EAC3-9CD6-DD9E-24ED-AC0179C61175}"/>
              </a:ext>
            </a:extLst>
          </p:cNvPr>
          <p:cNvSpPr/>
          <p:nvPr/>
        </p:nvSpPr>
        <p:spPr>
          <a:xfrm rot="2689111">
            <a:off x="4161897" y="4658133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54;p25">
            <a:extLst>
              <a:ext uri="{FF2B5EF4-FFF2-40B4-BE49-F238E27FC236}">
                <a16:creationId xmlns:a16="http://schemas.microsoft.com/office/drawing/2014/main" id="{FB5EFFD3-75B5-3ABB-C3DF-DA65F856CC7A}"/>
              </a:ext>
            </a:extLst>
          </p:cNvPr>
          <p:cNvSpPr/>
          <p:nvPr/>
        </p:nvSpPr>
        <p:spPr>
          <a:xfrm rot="2689111">
            <a:off x="8023492" y="2722194"/>
            <a:ext cx="1371600" cy="1371600"/>
          </a:xfrm>
          <a:prstGeom prst="rtTriangle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36;p25">
            <a:extLst>
              <a:ext uri="{FF2B5EF4-FFF2-40B4-BE49-F238E27FC236}">
                <a16:creationId xmlns:a16="http://schemas.microsoft.com/office/drawing/2014/main" id="{12B61587-1BEC-7A32-E3AA-AD702FB69E54}"/>
              </a:ext>
            </a:extLst>
          </p:cNvPr>
          <p:cNvSpPr/>
          <p:nvPr/>
        </p:nvSpPr>
        <p:spPr>
          <a:xfrm rot="2689111">
            <a:off x="7053360" y="3693528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Picture 87" descr="The image depicts a simple, minimalistic abstract design with a white circle at the center, bisected by a diagonal black line, and framed by a pink and teal checkerboard pattern.&#10;&#10;AI-generated content may be incorrect.">
            <a:extLst>
              <a:ext uri="{FF2B5EF4-FFF2-40B4-BE49-F238E27FC236}">
                <a16:creationId xmlns:a16="http://schemas.microsoft.com/office/drawing/2014/main" id="{02B564DE-F541-F63D-B84F-EFB8A989E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111" y="-4046621"/>
            <a:ext cx="6868808" cy="6858000"/>
          </a:xfrm>
          <a:prstGeom prst="rect">
            <a:avLst/>
          </a:prstGeom>
        </p:spPr>
      </p:pic>
      <p:pic>
        <p:nvPicPr>
          <p:cNvPr id="90" name="Picture 89" descr="The image depicts a simple, colorless geometric shape, likely a hexagon or square, with a single teal hue.&#10;&#10;AI-generated content may be incorrect.">
            <a:extLst>
              <a:ext uri="{FF2B5EF4-FFF2-40B4-BE49-F238E27FC236}">
                <a16:creationId xmlns:a16="http://schemas.microsoft.com/office/drawing/2014/main" id="{40F8C375-EE95-60D1-A534-78E459E68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596" y="0"/>
            <a:ext cx="6868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69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are&#10;&#10;AI-generated content may be incorrect.">
            <a:extLst>
              <a:ext uri="{FF2B5EF4-FFF2-40B4-BE49-F238E27FC236}">
                <a16:creationId xmlns:a16="http://schemas.microsoft.com/office/drawing/2014/main" id="{A9DF4071-0DE1-95C0-43DC-E1B93703A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804" y="965257"/>
            <a:ext cx="7297168" cy="4963218"/>
          </a:xfrm>
          <a:prstGeom prst="rect">
            <a:avLst/>
          </a:prstGeom>
        </p:spPr>
      </p:pic>
      <p:sp>
        <p:nvSpPr>
          <p:cNvPr id="5" name="Google Shape;834;p25">
            <a:extLst>
              <a:ext uri="{FF2B5EF4-FFF2-40B4-BE49-F238E27FC236}">
                <a16:creationId xmlns:a16="http://schemas.microsoft.com/office/drawing/2014/main" id="{178614F9-806F-E00F-7647-D0A5CF06DE22}"/>
              </a:ext>
            </a:extLst>
          </p:cNvPr>
          <p:cNvSpPr/>
          <p:nvPr/>
        </p:nvSpPr>
        <p:spPr>
          <a:xfrm rot="16481">
            <a:off x="-3929110" y="542611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35;p25">
            <a:extLst>
              <a:ext uri="{FF2B5EF4-FFF2-40B4-BE49-F238E27FC236}">
                <a16:creationId xmlns:a16="http://schemas.microsoft.com/office/drawing/2014/main" id="{50BADC8C-EA1F-EB04-941D-B2BC0F5DF57C}"/>
              </a:ext>
            </a:extLst>
          </p:cNvPr>
          <p:cNvSpPr/>
          <p:nvPr/>
        </p:nvSpPr>
        <p:spPr>
          <a:xfrm rot="16481">
            <a:off x="-2557526" y="549186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36;p25">
            <a:extLst>
              <a:ext uri="{FF2B5EF4-FFF2-40B4-BE49-F238E27FC236}">
                <a16:creationId xmlns:a16="http://schemas.microsoft.com/office/drawing/2014/main" id="{D420A6B4-AFF7-4C74-AF96-E211E86243C9}"/>
              </a:ext>
            </a:extLst>
          </p:cNvPr>
          <p:cNvSpPr/>
          <p:nvPr/>
        </p:nvSpPr>
        <p:spPr>
          <a:xfrm rot="16481">
            <a:off x="-1185941" y="555761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37;p25">
            <a:extLst>
              <a:ext uri="{FF2B5EF4-FFF2-40B4-BE49-F238E27FC236}">
                <a16:creationId xmlns:a16="http://schemas.microsoft.com/office/drawing/2014/main" id="{16DAA334-9C56-354C-302E-564B4AB7C8BD}"/>
              </a:ext>
            </a:extLst>
          </p:cNvPr>
          <p:cNvSpPr/>
          <p:nvPr/>
        </p:nvSpPr>
        <p:spPr>
          <a:xfrm rot="16481">
            <a:off x="185642" y="562337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38;p25">
            <a:extLst>
              <a:ext uri="{FF2B5EF4-FFF2-40B4-BE49-F238E27FC236}">
                <a16:creationId xmlns:a16="http://schemas.microsoft.com/office/drawing/2014/main" id="{A832A26E-8592-1928-F02D-47DCF11DEB55}"/>
              </a:ext>
            </a:extLst>
          </p:cNvPr>
          <p:cNvSpPr/>
          <p:nvPr/>
        </p:nvSpPr>
        <p:spPr>
          <a:xfrm rot="16481">
            <a:off x="-3935686" y="1914194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839;p25">
            <a:extLst>
              <a:ext uri="{FF2B5EF4-FFF2-40B4-BE49-F238E27FC236}">
                <a16:creationId xmlns:a16="http://schemas.microsoft.com/office/drawing/2014/main" id="{D4B9A6CB-7DCF-B059-4C0F-AF4A658A7908}"/>
              </a:ext>
            </a:extLst>
          </p:cNvPr>
          <p:cNvSpPr/>
          <p:nvPr/>
        </p:nvSpPr>
        <p:spPr>
          <a:xfrm rot="16481">
            <a:off x="-2564101" y="1920770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840;p25">
            <a:extLst>
              <a:ext uri="{FF2B5EF4-FFF2-40B4-BE49-F238E27FC236}">
                <a16:creationId xmlns:a16="http://schemas.microsoft.com/office/drawing/2014/main" id="{55CDFCC2-D7F9-D201-49F6-4AFCA3E31787}"/>
              </a:ext>
            </a:extLst>
          </p:cNvPr>
          <p:cNvSpPr/>
          <p:nvPr/>
        </p:nvSpPr>
        <p:spPr>
          <a:xfrm rot="16481">
            <a:off x="-1192517" y="1927346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841;p25">
            <a:extLst>
              <a:ext uri="{FF2B5EF4-FFF2-40B4-BE49-F238E27FC236}">
                <a16:creationId xmlns:a16="http://schemas.microsoft.com/office/drawing/2014/main" id="{0911A6EF-726B-65C9-8484-2ACE9CD24FEE}"/>
              </a:ext>
            </a:extLst>
          </p:cNvPr>
          <p:cNvSpPr/>
          <p:nvPr/>
        </p:nvSpPr>
        <p:spPr>
          <a:xfrm rot="16481">
            <a:off x="179067" y="1933921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842;p25">
            <a:extLst>
              <a:ext uri="{FF2B5EF4-FFF2-40B4-BE49-F238E27FC236}">
                <a16:creationId xmlns:a16="http://schemas.microsoft.com/office/drawing/2014/main" id="{CE716B5D-7485-86D1-DA1E-54CAD70D33F4}"/>
              </a:ext>
            </a:extLst>
          </p:cNvPr>
          <p:cNvSpPr/>
          <p:nvPr/>
        </p:nvSpPr>
        <p:spPr>
          <a:xfrm rot="16481">
            <a:off x="-3942261" y="3285779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843;p25">
            <a:extLst>
              <a:ext uri="{FF2B5EF4-FFF2-40B4-BE49-F238E27FC236}">
                <a16:creationId xmlns:a16="http://schemas.microsoft.com/office/drawing/2014/main" id="{97DD7355-2A78-D7B8-5E27-79BD01A4356C}"/>
              </a:ext>
            </a:extLst>
          </p:cNvPr>
          <p:cNvSpPr/>
          <p:nvPr/>
        </p:nvSpPr>
        <p:spPr>
          <a:xfrm rot="16481">
            <a:off x="-2570677" y="329235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44;p25">
            <a:extLst>
              <a:ext uri="{FF2B5EF4-FFF2-40B4-BE49-F238E27FC236}">
                <a16:creationId xmlns:a16="http://schemas.microsoft.com/office/drawing/2014/main" id="{2F0D61CC-D4DD-6BD1-7FFF-4834A70D2F2A}"/>
              </a:ext>
            </a:extLst>
          </p:cNvPr>
          <p:cNvSpPr/>
          <p:nvPr/>
        </p:nvSpPr>
        <p:spPr>
          <a:xfrm rot="16481">
            <a:off x="-1199093" y="3298930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45;p25">
            <a:extLst>
              <a:ext uri="{FF2B5EF4-FFF2-40B4-BE49-F238E27FC236}">
                <a16:creationId xmlns:a16="http://schemas.microsoft.com/office/drawing/2014/main" id="{65C5E0B6-DA07-19C0-5A29-83726B0CD861}"/>
              </a:ext>
            </a:extLst>
          </p:cNvPr>
          <p:cNvSpPr/>
          <p:nvPr/>
        </p:nvSpPr>
        <p:spPr>
          <a:xfrm rot="16481">
            <a:off x="172492" y="3305506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846;p25">
            <a:extLst>
              <a:ext uri="{FF2B5EF4-FFF2-40B4-BE49-F238E27FC236}">
                <a16:creationId xmlns:a16="http://schemas.microsoft.com/office/drawing/2014/main" id="{DE59EB5D-F89C-277B-1456-31804FB72CC3}"/>
              </a:ext>
            </a:extLst>
          </p:cNvPr>
          <p:cNvSpPr/>
          <p:nvPr/>
        </p:nvSpPr>
        <p:spPr>
          <a:xfrm rot="16481">
            <a:off x="-3948836" y="4657363"/>
            <a:ext cx="1371600" cy="1371600"/>
          </a:xfrm>
          <a:prstGeom prst="rect">
            <a:avLst/>
          </a:prstGeom>
          <a:solidFill>
            <a:srgbClr val="18545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847;p25">
            <a:extLst>
              <a:ext uri="{FF2B5EF4-FFF2-40B4-BE49-F238E27FC236}">
                <a16:creationId xmlns:a16="http://schemas.microsoft.com/office/drawing/2014/main" id="{C915A424-A475-20BF-F589-5E530A21BAAD}"/>
              </a:ext>
            </a:extLst>
          </p:cNvPr>
          <p:cNvSpPr/>
          <p:nvPr/>
        </p:nvSpPr>
        <p:spPr>
          <a:xfrm rot="16481">
            <a:off x="-2577253" y="4663939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848;p25">
            <a:extLst>
              <a:ext uri="{FF2B5EF4-FFF2-40B4-BE49-F238E27FC236}">
                <a16:creationId xmlns:a16="http://schemas.microsoft.com/office/drawing/2014/main" id="{732BA19E-189D-3C3D-A5FA-11B828F6D07D}"/>
              </a:ext>
            </a:extLst>
          </p:cNvPr>
          <p:cNvSpPr/>
          <p:nvPr/>
        </p:nvSpPr>
        <p:spPr>
          <a:xfrm rot="16481">
            <a:off x="-1205668" y="467051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849;p25">
            <a:extLst>
              <a:ext uri="{FF2B5EF4-FFF2-40B4-BE49-F238E27FC236}">
                <a16:creationId xmlns:a16="http://schemas.microsoft.com/office/drawing/2014/main" id="{81704536-CA1B-49FB-51D0-FBE731851C01}"/>
              </a:ext>
            </a:extLst>
          </p:cNvPr>
          <p:cNvSpPr/>
          <p:nvPr/>
        </p:nvSpPr>
        <p:spPr>
          <a:xfrm rot="16481">
            <a:off x="165916" y="4677089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850;p25">
            <a:extLst>
              <a:ext uri="{FF2B5EF4-FFF2-40B4-BE49-F238E27FC236}">
                <a16:creationId xmlns:a16="http://schemas.microsoft.com/office/drawing/2014/main" id="{5B32F6D3-0C55-FA44-8EBE-B9C55D2519EB}"/>
              </a:ext>
            </a:extLst>
          </p:cNvPr>
          <p:cNvSpPr/>
          <p:nvPr/>
        </p:nvSpPr>
        <p:spPr>
          <a:xfrm rot="16481">
            <a:off x="185642" y="562337"/>
            <a:ext cx="1371600" cy="1371600"/>
          </a:xfrm>
          <a:prstGeom prst="rtTriangle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851;p25">
            <a:extLst>
              <a:ext uri="{FF2B5EF4-FFF2-40B4-BE49-F238E27FC236}">
                <a16:creationId xmlns:a16="http://schemas.microsoft.com/office/drawing/2014/main" id="{52AA1D3B-F607-A948-1F34-D916EDEF3671}"/>
              </a:ext>
            </a:extLst>
          </p:cNvPr>
          <p:cNvSpPr/>
          <p:nvPr/>
        </p:nvSpPr>
        <p:spPr>
          <a:xfrm rot="10816481">
            <a:off x="185642" y="562337"/>
            <a:ext cx="1371600" cy="1371600"/>
          </a:xfrm>
          <a:prstGeom prst="rtTriangle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852;p25">
            <a:extLst>
              <a:ext uri="{FF2B5EF4-FFF2-40B4-BE49-F238E27FC236}">
                <a16:creationId xmlns:a16="http://schemas.microsoft.com/office/drawing/2014/main" id="{B57E334C-A554-779B-8BEA-ADE6B46449CD}"/>
              </a:ext>
            </a:extLst>
          </p:cNvPr>
          <p:cNvSpPr/>
          <p:nvPr/>
        </p:nvSpPr>
        <p:spPr>
          <a:xfrm rot="16481">
            <a:off x="-3935686" y="1914194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53;p25">
            <a:extLst>
              <a:ext uri="{FF2B5EF4-FFF2-40B4-BE49-F238E27FC236}">
                <a16:creationId xmlns:a16="http://schemas.microsoft.com/office/drawing/2014/main" id="{83DB399A-14A7-502E-0752-709FA472F051}"/>
              </a:ext>
            </a:extLst>
          </p:cNvPr>
          <p:cNvSpPr/>
          <p:nvPr/>
        </p:nvSpPr>
        <p:spPr>
          <a:xfrm rot="10816481">
            <a:off x="-3935686" y="1914194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854;p25">
            <a:extLst>
              <a:ext uri="{FF2B5EF4-FFF2-40B4-BE49-F238E27FC236}">
                <a16:creationId xmlns:a16="http://schemas.microsoft.com/office/drawing/2014/main" id="{C6D0E557-E0A8-4BB5-9473-4E0E3F8F64A4}"/>
              </a:ext>
            </a:extLst>
          </p:cNvPr>
          <p:cNvSpPr/>
          <p:nvPr/>
        </p:nvSpPr>
        <p:spPr>
          <a:xfrm rot="16481">
            <a:off x="-2577253" y="4663937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855;p25">
            <a:extLst>
              <a:ext uri="{FF2B5EF4-FFF2-40B4-BE49-F238E27FC236}">
                <a16:creationId xmlns:a16="http://schemas.microsoft.com/office/drawing/2014/main" id="{C64E3AD7-3C0D-5CDB-CDFE-83BEE3126A9C}"/>
              </a:ext>
            </a:extLst>
          </p:cNvPr>
          <p:cNvSpPr/>
          <p:nvPr/>
        </p:nvSpPr>
        <p:spPr>
          <a:xfrm rot="10816481">
            <a:off x="-2577253" y="4663937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6131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34;p25">
            <a:extLst>
              <a:ext uri="{FF2B5EF4-FFF2-40B4-BE49-F238E27FC236}">
                <a16:creationId xmlns:a16="http://schemas.microsoft.com/office/drawing/2014/main" id="{D68F4D9F-B82E-EB5C-4D31-41A71246BEB8}"/>
              </a:ext>
            </a:extLst>
          </p:cNvPr>
          <p:cNvSpPr/>
          <p:nvPr/>
        </p:nvSpPr>
        <p:spPr>
          <a:xfrm rot="16481">
            <a:off x="-3929110" y="542611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35;p25">
            <a:extLst>
              <a:ext uri="{FF2B5EF4-FFF2-40B4-BE49-F238E27FC236}">
                <a16:creationId xmlns:a16="http://schemas.microsoft.com/office/drawing/2014/main" id="{D5025088-823C-AC76-C543-BF4EE4F0BEFC}"/>
              </a:ext>
            </a:extLst>
          </p:cNvPr>
          <p:cNvSpPr/>
          <p:nvPr/>
        </p:nvSpPr>
        <p:spPr>
          <a:xfrm rot="16481">
            <a:off x="-2557526" y="54918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36;p25">
            <a:extLst>
              <a:ext uri="{FF2B5EF4-FFF2-40B4-BE49-F238E27FC236}">
                <a16:creationId xmlns:a16="http://schemas.microsoft.com/office/drawing/2014/main" id="{1786C206-34E0-F717-1706-41F59836F46B}"/>
              </a:ext>
            </a:extLst>
          </p:cNvPr>
          <p:cNvSpPr/>
          <p:nvPr/>
        </p:nvSpPr>
        <p:spPr>
          <a:xfrm rot="16481">
            <a:off x="-1185941" y="555761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37;p25">
            <a:extLst>
              <a:ext uri="{FF2B5EF4-FFF2-40B4-BE49-F238E27FC236}">
                <a16:creationId xmlns:a16="http://schemas.microsoft.com/office/drawing/2014/main" id="{D840103E-593C-14C0-676B-CACDF2DEAF23}"/>
              </a:ext>
            </a:extLst>
          </p:cNvPr>
          <p:cNvSpPr/>
          <p:nvPr/>
        </p:nvSpPr>
        <p:spPr>
          <a:xfrm rot="16481">
            <a:off x="185642" y="562337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838;p25">
            <a:extLst>
              <a:ext uri="{FF2B5EF4-FFF2-40B4-BE49-F238E27FC236}">
                <a16:creationId xmlns:a16="http://schemas.microsoft.com/office/drawing/2014/main" id="{432ED3B2-5DDF-5075-C0AD-852DE714D88B}"/>
              </a:ext>
            </a:extLst>
          </p:cNvPr>
          <p:cNvSpPr/>
          <p:nvPr/>
        </p:nvSpPr>
        <p:spPr>
          <a:xfrm rot="16481">
            <a:off x="-3935686" y="1914194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839;p25">
            <a:extLst>
              <a:ext uri="{FF2B5EF4-FFF2-40B4-BE49-F238E27FC236}">
                <a16:creationId xmlns:a16="http://schemas.microsoft.com/office/drawing/2014/main" id="{A2BF9CFE-76E4-7DFF-BA23-3B4F48AD6677}"/>
              </a:ext>
            </a:extLst>
          </p:cNvPr>
          <p:cNvSpPr/>
          <p:nvPr/>
        </p:nvSpPr>
        <p:spPr>
          <a:xfrm rot="16481">
            <a:off x="-2564101" y="1920770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40;p25">
            <a:extLst>
              <a:ext uri="{FF2B5EF4-FFF2-40B4-BE49-F238E27FC236}">
                <a16:creationId xmlns:a16="http://schemas.microsoft.com/office/drawing/2014/main" id="{C90DD7E7-BE3A-3BEC-48A3-814A3237E4F4}"/>
              </a:ext>
            </a:extLst>
          </p:cNvPr>
          <p:cNvSpPr/>
          <p:nvPr/>
        </p:nvSpPr>
        <p:spPr>
          <a:xfrm rot="16481">
            <a:off x="-1192517" y="192734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841;p25">
            <a:extLst>
              <a:ext uri="{FF2B5EF4-FFF2-40B4-BE49-F238E27FC236}">
                <a16:creationId xmlns:a16="http://schemas.microsoft.com/office/drawing/2014/main" id="{09B868CC-3547-3A53-BED4-4658B7344417}"/>
              </a:ext>
            </a:extLst>
          </p:cNvPr>
          <p:cNvSpPr/>
          <p:nvPr/>
        </p:nvSpPr>
        <p:spPr>
          <a:xfrm rot="16481">
            <a:off x="179067" y="1933921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842;p25">
            <a:extLst>
              <a:ext uri="{FF2B5EF4-FFF2-40B4-BE49-F238E27FC236}">
                <a16:creationId xmlns:a16="http://schemas.microsoft.com/office/drawing/2014/main" id="{6B71C296-8177-D4ED-7671-CB84B81FDE91}"/>
              </a:ext>
            </a:extLst>
          </p:cNvPr>
          <p:cNvSpPr/>
          <p:nvPr/>
        </p:nvSpPr>
        <p:spPr>
          <a:xfrm rot="16481">
            <a:off x="-3942261" y="3285779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843;p25">
            <a:extLst>
              <a:ext uri="{FF2B5EF4-FFF2-40B4-BE49-F238E27FC236}">
                <a16:creationId xmlns:a16="http://schemas.microsoft.com/office/drawing/2014/main" id="{B20B1251-9BAE-8E17-E547-EEDA8214567F}"/>
              </a:ext>
            </a:extLst>
          </p:cNvPr>
          <p:cNvSpPr/>
          <p:nvPr/>
        </p:nvSpPr>
        <p:spPr>
          <a:xfrm rot="16481">
            <a:off x="-2570677" y="3292354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844;p25">
            <a:extLst>
              <a:ext uri="{FF2B5EF4-FFF2-40B4-BE49-F238E27FC236}">
                <a16:creationId xmlns:a16="http://schemas.microsoft.com/office/drawing/2014/main" id="{201C1E24-0549-EAF5-D8B6-09358B6AACD4}"/>
              </a:ext>
            </a:extLst>
          </p:cNvPr>
          <p:cNvSpPr/>
          <p:nvPr/>
        </p:nvSpPr>
        <p:spPr>
          <a:xfrm rot="16481">
            <a:off x="-1199093" y="3298930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845;p25">
            <a:extLst>
              <a:ext uri="{FF2B5EF4-FFF2-40B4-BE49-F238E27FC236}">
                <a16:creationId xmlns:a16="http://schemas.microsoft.com/office/drawing/2014/main" id="{490F84BB-BDBF-6C10-EF50-3DA05E7C445D}"/>
              </a:ext>
            </a:extLst>
          </p:cNvPr>
          <p:cNvSpPr/>
          <p:nvPr/>
        </p:nvSpPr>
        <p:spPr>
          <a:xfrm rot="16481">
            <a:off x="172492" y="330550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846;p25">
            <a:extLst>
              <a:ext uri="{FF2B5EF4-FFF2-40B4-BE49-F238E27FC236}">
                <a16:creationId xmlns:a16="http://schemas.microsoft.com/office/drawing/2014/main" id="{580D3265-D48C-94E3-C19F-441A07064012}"/>
              </a:ext>
            </a:extLst>
          </p:cNvPr>
          <p:cNvSpPr/>
          <p:nvPr/>
        </p:nvSpPr>
        <p:spPr>
          <a:xfrm rot="16481">
            <a:off x="-3948836" y="4657363"/>
            <a:ext cx="1371600" cy="1371600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847;p25">
            <a:extLst>
              <a:ext uri="{FF2B5EF4-FFF2-40B4-BE49-F238E27FC236}">
                <a16:creationId xmlns:a16="http://schemas.microsoft.com/office/drawing/2014/main" id="{F8237DF3-4756-3190-84CC-49F84C9D10E3}"/>
              </a:ext>
            </a:extLst>
          </p:cNvPr>
          <p:cNvSpPr/>
          <p:nvPr/>
        </p:nvSpPr>
        <p:spPr>
          <a:xfrm rot="16481">
            <a:off x="-2577253" y="4663939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848;p25">
            <a:extLst>
              <a:ext uri="{FF2B5EF4-FFF2-40B4-BE49-F238E27FC236}">
                <a16:creationId xmlns:a16="http://schemas.microsoft.com/office/drawing/2014/main" id="{0BFFC7EE-405B-463F-98AE-C6B5B282244F}"/>
              </a:ext>
            </a:extLst>
          </p:cNvPr>
          <p:cNvSpPr/>
          <p:nvPr/>
        </p:nvSpPr>
        <p:spPr>
          <a:xfrm rot="16481">
            <a:off x="-1205668" y="4670514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849;p25">
            <a:extLst>
              <a:ext uri="{FF2B5EF4-FFF2-40B4-BE49-F238E27FC236}">
                <a16:creationId xmlns:a16="http://schemas.microsoft.com/office/drawing/2014/main" id="{5183388C-14B4-3FF8-4B6F-F96A5B8BCFEC}"/>
              </a:ext>
            </a:extLst>
          </p:cNvPr>
          <p:cNvSpPr/>
          <p:nvPr/>
        </p:nvSpPr>
        <p:spPr>
          <a:xfrm rot="16481">
            <a:off x="165916" y="4677089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850;p25">
            <a:extLst>
              <a:ext uri="{FF2B5EF4-FFF2-40B4-BE49-F238E27FC236}">
                <a16:creationId xmlns:a16="http://schemas.microsoft.com/office/drawing/2014/main" id="{C7783211-644C-AA57-C8EC-453E033253AB}"/>
              </a:ext>
            </a:extLst>
          </p:cNvPr>
          <p:cNvSpPr/>
          <p:nvPr/>
        </p:nvSpPr>
        <p:spPr>
          <a:xfrm rot="16481">
            <a:off x="185642" y="562337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851;p25">
            <a:extLst>
              <a:ext uri="{FF2B5EF4-FFF2-40B4-BE49-F238E27FC236}">
                <a16:creationId xmlns:a16="http://schemas.microsoft.com/office/drawing/2014/main" id="{5AC084DD-724B-D455-17D9-E957537C11E0}"/>
              </a:ext>
            </a:extLst>
          </p:cNvPr>
          <p:cNvSpPr/>
          <p:nvPr/>
        </p:nvSpPr>
        <p:spPr>
          <a:xfrm rot="10816481">
            <a:off x="185642" y="562337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852;p25">
            <a:extLst>
              <a:ext uri="{FF2B5EF4-FFF2-40B4-BE49-F238E27FC236}">
                <a16:creationId xmlns:a16="http://schemas.microsoft.com/office/drawing/2014/main" id="{125B23F4-8545-C0BC-C09C-51A26F03000D}"/>
              </a:ext>
            </a:extLst>
          </p:cNvPr>
          <p:cNvSpPr/>
          <p:nvPr/>
        </p:nvSpPr>
        <p:spPr>
          <a:xfrm rot="16481">
            <a:off x="-3935686" y="1914194"/>
            <a:ext cx="1371600" cy="1371600"/>
          </a:xfrm>
          <a:prstGeom prst="rtTriangle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853;p25">
            <a:extLst>
              <a:ext uri="{FF2B5EF4-FFF2-40B4-BE49-F238E27FC236}">
                <a16:creationId xmlns:a16="http://schemas.microsoft.com/office/drawing/2014/main" id="{8B1DD783-C4A5-9477-D8CF-5382ABF39476}"/>
              </a:ext>
            </a:extLst>
          </p:cNvPr>
          <p:cNvSpPr/>
          <p:nvPr/>
        </p:nvSpPr>
        <p:spPr>
          <a:xfrm rot="10816481">
            <a:off x="-3935686" y="1914194"/>
            <a:ext cx="1371600" cy="1371600"/>
          </a:xfrm>
          <a:prstGeom prst="rtTriangle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854;p25">
            <a:extLst>
              <a:ext uri="{FF2B5EF4-FFF2-40B4-BE49-F238E27FC236}">
                <a16:creationId xmlns:a16="http://schemas.microsoft.com/office/drawing/2014/main" id="{F4C7C0F7-BAF6-82C7-EDCF-2EBC17FBF719}"/>
              </a:ext>
            </a:extLst>
          </p:cNvPr>
          <p:cNvSpPr/>
          <p:nvPr/>
        </p:nvSpPr>
        <p:spPr>
          <a:xfrm rot="16481">
            <a:off x="-2577253" y="4663937"/>
            <a:ext cx="1371600" cy="1371600"/>
          </a:xfrm>
          <a:prstGeom prst="rtTriangle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855;p25">
            <a:extLst>
              <a:ext uri="{FF2B5EF4-FFF2-40B4-BE49-F238E27FC236}">
                <a16:creationId xmlns:a16="http://schemas.microsoft.com/office/drawing/2014/main" id="{569BA07F-FE8F-18BB-736B-CC2017190F3D}"/>
              </a:ext>
            </a:extLst>
          </p:cNvPr>
          <p:cNvSpPr/>
          <p:nvPr/>
        </p:nvSpPr>
        <p:spPr>
          <a:xfrm rot="10816481">
            <a:off x="-2577253" y="4663937"/>
            <a:ext cx="1371600" cy="1371600"/>
          </a:xfrm>
          <a:prstGeom prst="rtTriangle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834;p25">
            <a:extLst>
              <a:ext uri="{FF2B5EF4-FFF2-40B4-BE49-F238E27FC236}">
                <a16:creationId xmlns:a16="http://schemas.microsoft.com/office/drawing/2014/main" id="{37295090-4BFC-78CD-FB20-8F88E51E638A}"/>
              </a:ext>
            </a:extLst>
          </p:cNvPr>
          <p:cNvSpPr/>
          <p:nvPr/>
        </p:nvSpPr>
        <p:spPr>
          <a:xfrm rot="16481">
            <a:off x="1984529" y="555793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835;p25">
            <a:extLst>
              <a:ext uri="{FF2B5EF4-FFF2-40B4-BE49-F238E27FC236}">
                <a16:creationId xmlns:a16="http://schemas.microsoft.com/office/drawing/2014/main" id="{2CAA2776-BCED-8891-776A-FB9CB016EE95}"/>
              </a:ext>
            </a:extLst>
          </p:cNvPr>
          <p:cNvSpPr/>
          <p:nvPr/>
        </p:nvSpPr>
        <p:spPr>
          <a:xfrm rot="16481">
            <a:off x="3356113" y="562368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836;p25">
            <a:extLst>
              <a:ext uri="{FF2B5EF4-FFF2-40B4-BE49-F238E27FC236}">
                <a16:creationId xmlns:a16="http://schemas.microsoft.com/office/drawing/2014/main" id="{CE4582A8-882C-89F1-1F8D-DE8E7088C47C}"/>
              </a:ext>
            </a:extLst>
          </p:cNvPr>
          <p:cNvSpPr/>
          <p:nvPr/>
        </p:nvSpPr>
        <p:spPr>
          <a:xfrm rot="16481">
            <a:off x="4727698" y="568943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837;p25">
            <a:extLst>
              <a:ext uri="{FF2B5EF4-FFF2-40B4-BE49-F238E27FC236}">
                <a16:creationId xmlns:a16="http://schemas.microsoft.com/office/drawing/2014/main" id="{9891E5B8-ABC8-F163-0CE0-ACDB9722F5FC}"/>
              </a:ext>
            </a:extLst>
          </p:cNvPr>
          <p:cNvSpPr/>
          <p:nvPr/>
        </p:nvSpPr>
        <p:spPr>
          <a:xfrm rot="16481">
            <a:off x="6099281" y="575519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838;p25">
            <a:extLst>
              <a:ext uri="{FF2B5EF4-FFF2-40B4-BE49-F238E27FC236}">
                <a16:creationId xmlns:a16="http://schemas.microsoft.com/office/drawing/2014/main" id="{F3937FAC-F13C-842E-089E-106C35F939C6}"/>
              </a:ext>
            </a:extLst>
          </p:cNvPr>
          <p:cNvSpPr/>
          <p:nvPr/>
        </p:nvSpPr>
        <p:spPr>
          <a:xfrm rot="16481">
            <a:off x="1977953" y="1927376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839;p25">
            <a:extLst>
              <a:ext uri="{FF2B5EF4-FFF2-40B4-BE49-F238E27FC236}">
                <a16:creationId xmlns:a16="http://schemas.microsoft.com/office/drawing/2014/main" id="{C50224B5-176F-06FD-5F48-F5C12BBE956A}"/>
              </a:ext>
            </a:extLst>
          </p:cNvPr>
          <p:cNvSpPr/>
          <p:nvPr/>
        </p:nvSpPr>
        <p:spPr>
          <a:xfrm rot="16481">
            <a:off x="3349538" y="193395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840;p25">
            <a:extLst>
              <a:ext uri="{FF2B5EF4-FFF2-40B4-BE49-F238E27FC236}">
                <a16:creationId xmlns:a16="http://schemas.microsoft.com/office/drawing/2014/main" id="{12E847D5-DF91-0153-3CF9-24512A9A9480}"/>
              </a:ext>
            </a:extLst>
          </p:cNvPr>
          <p:cNvSpPr/>
          <p:nvPr/>
        </p:nvSpPr>
        <p:spPr>
          <a:xfrm rot="16481">
            <a:off x="4721122" y="1940528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841;p25">
            <a:extLst>
              <a:ext uri="{FF2B5EF4-FFF2-40B4-BE49-F238E27FC236}">
                <a16:creationId xmlns:a16="http://schemas.microsoft.com/office/drawing/2014/main" id="{D40951DB-3559-3CAB-1396-DE8C49FDA523}"/>
              </a:ext>
            </a:extLst>
          </p:cNvPr>
          <p:cNvSpPr/>
          <p:nvPr/>
        </p:nvSpPr>
        <p:spPr>
          <a:xfrm rot="16481">
            <a:off x="6092706" y="1947103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842;p25">
            <a:extLst>
              <a:ext uri="{FF2B5EF4-FFF2-40B4-BE49-F238E27FC236}">
                <a16:creationId xmlns:a16="http://schemas.microsoft.com/office/drawing/2014/main" id="{DEBD62F3-1236-4FAF-F59F-6EBA926003CB}"/>
              </a:ext>
            </a:extLst>
          </p:cNvPr>
          <p:cNvSpPr/>
          <p:nvPr/>
        </p:nvSpPr>
        <p:spPr>
          <a:xfrm rot="16481">
            <a:off x="1971378" y="3298961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843;p25">
            <a:extLst>
              <a:ext uri="{FF2B5EF4-FFF2-40B4-BE49-F238E27FC236}">
                <a16:creationId xmlns:a16="http://schemas.microsoft.com/office/drawing/2014/main" id="{1CF28D85-5E34-4023-A4F0-71B3DF597732}"/>
              </a:ext>
            </a:extLst>
          </p:cNvPr>
          <p:cNvSpPr/>
          <p:nvPr/>
        </p:nvSpPr>
        <p:spPr>
          <a:xfrm rot="16481">
            <a:off x="3342962" y="330553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844;p25">
            <a:extLst>
              <a:ext uri="{FF2B5EF4-FFF2-40B4-BE49-F238E27FC236}">
                <a16:creationId xmlns:a16="http://schemas.microsoft.com/office/drawing/2014/main" id="{6F208DEE-8C64-30C0-2A66-1D8BF62FB4E7}"/>
              </a:ext>
            </a:extLst>
          </p:cNvPr>
          <p:cNvSpPr/>
          <p:nvPr/>
        </p:nvSpPr>
        <p:spPr>
          <a:xfrm rot="16481">
            <a:off x="4714546" y="331211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845;p25">
            <a:extLst>
              <a:ext uri="{FF2B5EF4-FFF2-40B4-BE49-F238E27FC236}">
                <a16:creationId xmlns:a16="http://schemas.microsoft.com/office/drawing/2014/main" id="{3A1A1A64-02EC-3560-4676-8EE3D3B848F1}"/>
              </a:ext>
            </a:extLst>
          </p:cNvPr>
          <p:cNvSpPr/>
          <p:nvPr/>
        </p:nvSpPr>
        <p:spPr>
          <a:xfrm rot="16481">
            <a:off x="6086131" y="3318688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846;p25">
            <a:extLst>
              <a:ext uri="{FF2B5EF4-FFF2-40B4-BE49-F238E27FC236}">
                <a16:creationId xmlns:a16="http://schemas.microsoft.com/office/drawing/2014/main" id="{9B37BF39-0FB5-F81B-BAF3-6E18110B4C49}"/>
              </a:ext>
            </a:extLst>
          </p:cNvPr>
          <p:cNvSpPr/>
          <p:nvPr/>
        </p:nvSpPr>
        <p:spPr>
          <a:xfrm rot="16481">
            <a:off x="1964803" y="4670545"/>
            <a:ext cx="1371600" cy="1371600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847;p25">
            <a:extLst>
              <a:ext uri="{FF2B5EF4-FFF2-40B4-BE49-F238E27FC236}">
                <a16:creationId xmlns:a16="http://schemas.microsoft.com/office/drawing/2014/main" id="{A934C794-D6D3-EC2F-42C8-69351979CB49}"/>
              </a:ext>
            </a:extLst>
          </p:cNvPr>
          <p:cNvSpPr/>
          <p:nvPr/>
        </p:nvSpPr>
        <p:spPr>
          <a:xfrm rot="16481">
            <a:off x="3336386" y="4677121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848;p25">
            <a:extLst>
              <a:ext uri="{FF2B5EF4-FFF2-40B4-BE49-F238E27FC236}">
                <a16:creationId xmlns:a16="http://schemas.microsoft.com/office/drawing/2014/main" id="{D1BD78C6-F177-6091-9A12-20DFE45FF4B7}"/>
              </a:ext>
            </a:extLst>
          </p:cNvPr>
          <p:cNvSpPr/>
          <p:nvPr/>
        </p:nvSpPr>
        <p:spPr>
          <a:xfrm rot="16481">
            <a:off x="4707971" y="468369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849;p25">
            <a:extLst>
              <a:ext uri="{FF2B5EF4-FFF2-40B4-BE49-F238E27FC236}">
                <a16:creationId xmlns:a16="http://schemas.microsoft.com/office/drawing/2014/main" id="{C5682AA5-148C-9213-B9B5-2434455A13BA}"/>
              </a:ext>
            </a:extLst>
          </p:cNvPr>
          <p:cNvSpPr/>
          <p:nvPr/>
        </p:nvSpPr>
        <p:spPr>
          <a:xfrm rot="16481">
            <a:off x="6079555" y="4690271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850;p25">
            <a:extLst>
              <a:ext uri="{FF2B5EF4-FFF2-40B4-BE49-F238E27FC236}">
                <a16:creationId xmlns:a16="http://schemas.microsoft.com/office/drawing/2014/main" id="{71FA51EF-F117-82E3-7DD4-10A5F3B6DFC4}"/>
              </a:ext>
            </a:extLst>
          </p:cNvPr>
          <p:cNvSpPr/>
          <p:nvPr/>
        </p:nvSpPr>
        <p:spPr>
          <a:xfrm rot="16481">
            <a:off x="6099281" y="575519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51;p25">
            <a:extLst>
              <a:ext uri="{FF2B5EF4-FFF2-40B4-BE49-F238E27FC236}">
                <a16:creationId xmlns:a16="http://schemas.microsoft.com/office/drawing/2014/main" id="{999DDEAF-3F90-895E-61ED-350641349321}"/>
              </a:ext>
            </a:extLst>
          </p:cNvPr>
          <p:cNvSpPr/>
          <p:nvPr/>
        </p:nvSpPr>
        <p:spPr>
          <a:xfrm rot="10816481">
            <a:off x="6099281" y="575519"/>
            <a:ext cx="1371600" cy="1371600"/>
          </a:xfrm>
          <a:prstGeom prst="rtTriangle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52;p25">
            <a:extLst>
              <a:ext uri="{FF2B5EF4-FFF2-40B4-BE49-F238E27FC236}">
                <a16:creationId xmlns:a16="http://schemas.microsoft.com/office/drawing/2014/main" id="{768C1E21-88C4-5D50-BA75-1B21C4A1BB7F}"/>
              </a:ext>
            </a:extLst>
          </p:cNvPr>
          <p:cNvSpPr/>
          <p:nvPr/>
        </p:nvSpPr>
        <p:spPr>
          <a:xfrm rot="16481">
            <a:off x="1977953" y="1927376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3;p25">
            <a:extLst>
              <a:ext uri="{FF2B5EF4-FFF2-40B4-BE49-F238E27FC236}">
                <a16:creationId xmlns:a16="http://schemas.microsoft.com/office/drawing/2014/main" id="{05DEAE5C-304F-9A1D-74A0-B482F298BBDC}"/>
              </a:ext>
            </a:extLst>
          </p:cNvPr>
          <p:cNvSpPr/>
          <p:nvPr/>
        </p:nvSpPr>
        <p:spPr>
          <a:xfrm rot="10816481">
            <a:off x="1977953" y="1927376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54;p25">
            <a:extLst>
              <a:ext uri="{FF2B5EF4-FFF2-40B4-BE49-F238E27FC236}">
                <a16:creationId xmlns:a16="http://schemas.microsoft.com/office/drawing/2014/main" id="{0EF2C7CB-2F1F-5E9B-5D23-43EF45E93BD8}"/>
              </a:ext>
            </a:extLst>
          </p:cNvPr>
          <p:cNvSpPr/>
          <p:nvPr/>
        </p:nvSpPr>
        <p:spPr>
          <a:xfrm rot="16481">
            <a:off x="3336386" y="4677119"/>
            <a:ext cx="1371600" cy="1371600"/>
          </a:xfrm>
          <a:prstGeom prst="rtTriangle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55;p25">
            <a:extLst>
              <a:ext uri="{FF2B5EF4-FFF2-40B4-BE49-F238E27FC236}">
                <a16:creationId xmlns:a16="http://schemas.microsoft.com/office/drawing/2014/main" id="{F16A25B0-472D-3129-41C8-CB0372A81927}"/>
              </a:ext>
            </a:extLst>
          </p:cNvPr>
          <p:cNvSpPr/>
          <p:nvPr/>
        </p:nvSpPr>
        <p:spPr>
          <a:xfrm rot="10816481">
            <a:off x="3336386" y="4677119"/>
            <a:ext cx="1371600" cy="1371600"/>
          </a:xfrm>
          <a:prstGeom prst="rtTriangle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834;p25">
            <a:extLst>
              <a:ext uri="{FF2B5EF4-FFF2-40B4-BE49-F238E27FC236}">
                <a16:creationId xmlns:a16="http://schemas.microsoft.com/office/drawing/2014/main" id="{F18C91FE-FABF-39C2-344E-BA10890BB5A1}"/>
              </a:ext>
            </a:extLst>
          </p:cNvPr>
          <p:cNvSpPr/>
          <p:nvPr/>
        </p:nvSpPr>
        <p:spPr>
          <a:xfrm rot="16481">
            <a:off x="8080528" y="575519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835;p25">
            <a:extLst>
              <a:ext uri="{FF2B5EF4-FFF2-40B4-BE49-F238E27FC236}">
                <a16:creationId xmlns:a16="http://schemas.microsoft.com/office/drawing/2014/main" id="{8EA118F5-BE6A-238F-8A1A-EC6F86896D38}"/>
              </a:ext>
            </a:extLst>
          </p:cNvPr>
          <p:cNvSpPr/>
          <p:nvPr/>
        </p:nvSpPr>
        <p:spPr>
          <a:xfrm rot="16481">
            <a:off x="9452112" y="58209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836;p25">
            <a:extLst>
              <a:ext uri="{FF2B5EF4-FFF2-40B4-BE49-F238E27FC236}">
                <a16:creationId xmlns:a16="http://schemas.microsoft.com/office/drawing/2014/main" id="{AC0A8E22-4D66-49DB-9B6F-26882863069C}"/>
              </a:ext>
            </a:extLst>
          </p:cNvPr>
          <p:cNvSpPr/>
          <p:nvPr/>
        </p:nvSpPr>
        <p:spPr>
          <a:xfrm rot="16481">
            <a:off x="10823697" y="588669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837;p25">
            <a:extLst>
              <a:ext uri="{FF2B5EF4-FFF2-40B4-BE49-F238E27FC236}">
                <a16:creationId xmlns:a16="http://schemas.microsoft.com/office/drawing/2014/main" id="{47650B46-6657-5D66-55B1-D9F96DE14546}"/>
              </a:ext>
            </a:extLst>
          </p:cNvPr>
          <p:cNvSpPr/>
          <p:nvPr/>
        </p:nvSpPr>
        <p:spPr>
          <a:xfrm rot="16481">
            <a:off x="12195280" y="595245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838;p25">
            <a:extLst>
              <a:ext uri="{FF2B5EF4-FFF2-40B4-BE49-F238E27FC236}">
                <a16:creationId xmlns:a16="http://schemas.microsoft.com/office/drawing/2014/main" id="{B3C6CB18-FB23-55FC-9331-F51BB5EF1AAE}"/>
              </a:ext>
            </a:extLst>
          </p:cNvPr>
          <p:cNvSpPr/>
          <p:nvPr/>
        </p:nvSpPr>
        <p:spPr>
          <a:xfrm rot="16481">
            <a:off x="8073952" y="1947102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839;p25">
            <a:extLst>
              <a:ext uri="{FF2B5EF4-FFF2-40B4-BE49-F238E27FC236}">
                <a16:creationId xmlns:a16="http://schemas.microsoft.com/office/drawing/2014/main" id="{8B27DC5C-2EC4-F31A-C3EE-9DFC369E9A95}"/>
              </a:ext>
            </a:extLst>
          </p:cNvPr>
          <p:cNvSpPr/>
          <p:nvPr/>
        </p:nvSpPr>
        <p:spPr>
          <a:xfrm rot="16481">
            <a:off x="9445537" y="1953678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840;p25">
            <a:extLst>
              <a:ext uri="{FF2B5EF4-FFF2-40B4-BE49-F238E27FC236}">
                <a16:creationId xmlns:a16="http://schemas.microsoft.com/office/drawing/2014/main" id="{55EB15A5-1390-3AA0-96B0-01067E45B99D}"/>
              </a:ext>
            </a:extLst>
          </p:cNvPr>
          <p:cNvSpPr/>
          <p:nvPr/>
        </p:nvSpPr>
        <p:spPr>
          <a:xfrm rot="16481">
            <a:off x="10817121" y="1960254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841;p25">
            <a:extLst>
              <a:ext uri="{FF2B5EF4-FFF2-40B4-BE49-F238E27FC236}">
                <a16:creationId xmlns:a16="http://schemas.microsoft.com/office/drawing/2014/main" id="{274B0EBD-409D-F3A3-908F-7A4C1F615565}"/>
              </a:ext>
            </a:extLst>
          </p:cNvPr>
          <p:cNvSpPr/>
          <p:nvPr/>
        </p:nvSpPr>
        <p:spPr>
          <a:xfrm rot="16481">
            <a:off x="12188705" y="1966829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842;p25">
            <a:extLst>
              <a:ext uri="{FF2B5EF4-FFF2-40B4-BE49-F238E27FC236}">
                <a16:creationId xmlns:a16="http://schemas.microsoft.com/office/drawing/2014/main" id="{9D950427-6704-5758-CF5B-CEE7123AE075}"/>
              </a:ext>
            </a:extLst>
          </p:cNvPr>
          <p:cNvSpPr/>
          <p:nvPr/>
        </p:nvSpPr>
        <p:spPr>
          <a:xfrm rot="16481">
            <a:off x="8067377" y="3318687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843;p25">
            <a:extLst>
              <a:ext uri="{FF2B5EF4-FFF2-40B4-BE49-F238E27FC236}">
                <a16:creationId xmlns:a16="http://schemas.microsoft.com/office/drawing/2014/main" id="{9B010ED5-2C35-5458-9434-47470406B09F}"/>
              </a:ext>
            </a:extLst>
          </p:cNvPr>
          <p:cNvSpPr/>
          <p:nvPr/>
        </p:nvSpPr>
        <p:spPr>
          <a:xfrm rot="16481">
            <a:off x="9438961" y="332526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844;p25">
            <a:extLst>
              <a:ext uri="{FF2B5EF4-FFF2-40B4-BE49-F238E27FC236}">
                <a16:creationId xmlns:a16="http://schemas.microsoft.com/office/drawing/2014/main" id="{18BA953B-699A-1AEC-8609-C4C8CC538C38}"/>
              </a:ext>
            </a:extLst>
          </p:cNvPr>
          <p:cNvSpPr/>
          <p:nvPr/>
        </p:nvSpPr>
        <p:spPr>
          <a:xfrm rot="16481">
            <a:off x="10810545" y="3331838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845;p25">
            <a:extLst>
              <a:ext uri="{FF2B5EF4-FFF2-40B4-BE49-F238E27FC236}">
                <a16:creationId xmlns:a16="http://schemas.microsoft.com/office/drawing/2014/main" id="{77405419-ADCB-A715-F581-5A9005E22767}"/>
              </a:ext>
            </a:extLst>
          </p:cNvPr>
          <p:cNvSpPr/>
          <p:nvPr/>
        </p:nvSpPr>
        <p:spPr>
          <a:xfrm rot="16481">
            <a:off x="12182130" y="333841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846;p25">
            <a:extLst>
              <a:ext uri="{FF2B5EF4-FFF2-40B4-BE49-F238E27FC236}">
                <a16:creationId xmlns:a16="http://schemas.microsoft.com/office/drawing/2014/main" id="{68BDAD00-75F2-B751-B1E5-B09D8B2C0A67}"/>
              </a:ext>
            </a:extLst>
          </p:cNvPr>
          <p:cNvSpPr/>
          <p:nvPr/>
        </p:nvSpPr>
        <p:spPr>
          <a:xfrm rot="16481">
            <a:off x="8060802" y="4690271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847;p25">
            <a:extLst>
              <a:ext uri="{FF2B5EF4-FFF2-40B4-BE49-F238E27FC236}">
                <a16:creationId xmlns:a16="http://schemas.microsoft.com/office/drawing/2014/main" id="{504F4C3A-8F74-E224-E20C-04A288704705}"/>
              </a:ext>
            </a:extLst>
          </p:cNvPr>
          <p:cNvSpPr/>
          <p:nvPr/>
        </p:nvSpPr>
        <p:spPr>
          <a:xfrm rot="16481">
            <a:off x="9432385" y="4696847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848;p25">
            <a:extLst>
              <a:ext uri="{FF2B5EF4-FFF2-40B4-BE49-F238E27FC236}">
                <a16:creationId xmlns:a16="http://schemas.microsoft.com/office/drawing/2014/main" id="{782E5800-1141-47F4-D0C2-509D53B1D9BD}"/>
              </a:ext>
            </a:extLst>
          </p:cNvPr>
          <p:cNvSpPr/>
          <p:nvPr/>
        </p:nvSpPr>
        <p:spPr>
          <a:xfrm rot="16481">
            <a:off x="10803970" y="4703422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849;p25">
            <a:extLst>
              <a:ext uri="{FF2B5EF4-FFF2-40B4-BE49-F238E27FC236}">
                <a16:creationId xmlns:a16="http://schemas.microsoft.com/office/drawing/2014/main" id="{03BBA25F-BB21-14E3-4018-8981B562E860}"/>
              </a:ext>
            </a:extLst>
          </p:cNvPr>
          <p:cNvSpPr/>
          <p:nvPr/>
        </p:nvSpPr>
        <p:spPr>
          <a:xfrm rot="16481">
            <a:off x="12175554" y="4709997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850;p25">
            <a:extLst>
              <a:ext uri="{FF2B5EF4-FFF2-40B4-BE49-F238E27FC236}">
                <a16:creationId xmlns:a16="http://schemas.microsoft.com/office/drawing/2014/main" id="{B3529503-C59B-A3EA-D226-DDC5CA5CAD7D}"/>
              </a:ext>
            </a:extLst>
          </p:cNvPr>
          <p:cNvSpPr/>
          <p:nvPr/>
        </p:nvSpPr>
        <p:spPr>
          <a:xfrm rot="16481">
            <a:off x="12195280" y="595245"/>
            <a:ext cx="1371600" cy="1371600"/>
          </a:xfrm>
          <a:prstGeom prst="rtTriangle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851;p25">
            <a:extLst>
              <a:ext uri="{FF2B5EF4-FFF2-40B4-BE49-F238E27FC236}">
                <a16:creationId xmlns:a16="http://schemas.microsoft.com/office/drawing/2014/main" id="{3E956EB8-813B-0239-5AA8-7279F6C2489B}"/>
              </a:ext>
            </a:extLst>
          </p:cNvPr>
          <p:cNvSpPr/>
          <p:nvPr/>
        </p:nvSpPr>
        <p:spPr>
          <a:xfrm rot="10816481">
            <a:off x="12195280" y="595245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852;p25">
            <a:extLst>
              <a:ext uri="{FF2B5EF4-FFF2-40B4-BE49-F238E27FC236}">
                <a16:creationId xmlns:a16="http://schemas.microsoft.com/office/drawing/2014/main" id="{671B2950-BD5B-C42D-F137-47CEF8616807}"/>
              </a:ext>
            </a:extLst>
          </p:cNvPr>
          <p:cNvSpPr/>
          <p:nvPr/>
        </p:nvSpPr>
        <p:spPr>
          <a:xfrm rot="16481">
            <a:off x="8073952" y="1947102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853;p25">
            <a:extLst>
              <a:ext uri="{FF2B5EF4-FFF2-40B4-BE49-F238E27FC236}">
                <a16:creationId xmlns:a16="http://schemas.microsoft.com/office/drawing/2014/main" id="{8860B024-8275-71D6-3D18-E3E9A9CCAAFE}"/>
              </a:ext>
            </a:extLst>
          </p:cNvPr>
          <p:cNvSpPr/>
          <p:nvPr/>
        </p:nvSpPr>
        <p:spPr>
          <a:xfrm rot="10816481">
            <a:off x="8073952" y="1947102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854;p25">
            <a:extLst>
              <a:ext uri="{FF2B5EF4-FFF2-40B4-BE49-F238E27FC236}">
                <a16:creationId xmlns:a16="http://schemas.microsoft.com/office/drawing/2014/main" id="{4487BCC5-33F5-641E-2147-3C2E3813C0E0}"/>
              </a:ext>
            </a:extLst>
          </p:cNvPr>
          <p:cNvSpPr/>
          <p:nvPr/>
        </p:nvSpPr>
        <p:spPr>
          <a:xfrm rot="16481">
            <a:off x="9432385" y="4696845"/>
            <a:ext cx="1371600" cy="1371600"/>
          </a:xfrm>
          <a:prstGeom prst="rtTriangle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855;p25">
            <a:extLst>
              <a:ext uri="{FF2B5EF4-FFF2-40B4-BE49-F238E27FC236}">
                <a16:creationId xmlns:a16="http://schemas.microsoft.com/office/drawing/2014/main" id="{0D4C8B80-54D6-7F52-7DCE-D9EA34FF9746}"/>
              </a:ext>
            </a:extLst>
          </p:cNvPr>
          <p:cNvSpPr/>
          <p:nvPr/>
        </p:nvSpPr>
        <p:spPr>
          <a:xfrm rot="10816481">
            <a:off x="9432385" y="4696845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E22F1388-A127-B45E-30F9-5B3BC8E9D913}"/>
              </a:ext>
            </a:extLst>
          </p:cNvPr>
          <p:cNvGrpSpPr/>
          <p:nvPr/>
        </p:nvGrpSpPr>
        <p:grpSpPr>
          <a:xfrm rot="18530831">
            <a:off x="-5505185" y="-7797057"/>
            <a:ext cx="7167560" cy="7167560"/>
            <a:chOff x="2367984" y="-154779"/>
            <a:chExt cx="7167560" cy="7167560"/>
          </a:xfrm>
        </p:grpSpPr>
        <p:sp>
          <p:nvSpPr>
            <p:cNvPr id="443" name="Google Shape;834;p25">
              <a:extLst>
                <a:ext uri="{FF2B5EF4-FFF2-40B4-BE49-F238E27FC236}">
                  <a16:creationId xmlns:a16="http://schemas.microsoft.com/office/drawing/2014/main" id="{B5E22063-273B-40DD-B0CB-CD6C2AD4322F}"/>
                </a:ext>
              </a:extLst>
            </p:cNvPr>
            <p:cNvSpPr/>
            <p:nvPr/>
          </p:nvSpPr>
          <p:spPr>
            <a:xfrm rot="3007374">
              <a:off x="5525769" y="-154779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835;p25">
              <a:extLst>
                <a:ext uri="{FF2B5EF4-FFF2-40B4-BE49-F238E27FC236}">
                  <a16:creationId xmlns:a16="http://schemas.microsoft.com/office/drawing/2014/main" id="{4E8EDF84-8D13-4305-46D6-22789D1EEB80}"/>
                </a:ext>
              </a:extLst>
            </p:cNvPr>
            <p:cNvSpPr/>
            <p:nvPr/>
          </p:nvSpPr>
          <p:spPr>
            <a:xfrm rot="3007374">
              <a:off x="6405161" y="897816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836;p25">
              <a:extLst>
                <a:ext uri="{FF2B5EF4-FFF2-40B4-BE49-F238E27FC236}">
                  <a16:creationId xmlns:a16="http://schemas.microsoft.com/office/drawing/2014/main" id="{3F0106D5-1819-8B90-067D-19E6B875E878}"/>
                </a:ext>
              </a:extLst>
            </p:cNvPr>
            <p:cNvSpPr/>
            <p:nvPr/>
          </p:nvSpPr>
          <p:spPr>
            <a:xfrm rot="3007374">
              <a:off x="7284553" y="1950411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837;p25">
              <a:extLst>
                <a:ext uri="{FF2B5EF4-FFF2-40B4-BE49-F238E27FC236}">
                  <a16:creationId xmlns:a16="http://schemas.microsoft.com/office/drawing/2014/main" id="{BF9A560F-B310-933A-A425-23C86D55C2D5}"/>
                </a:ext>
              </a:extLst>
            </p:cNvPr>
            <p:cNvSpPr/>
            <p:nvPr/>
          </p:nvSpPr>
          <p:spPr>
            <a:xfrm rot="3007374">
              <a:off x="8163944" y="3003006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838;p25">
              <a:extLst>
                <a:ext uri="{FF2B5EF4-FFF2-40B4-BE49-F238E27FC236}">
                  <a16:creationId xmlns:a16="http://schemas.microsoft.com/office/drawing/2014/main" id="{B0E89273-DDCE-420A-441D-83DFCA5FE63A}"/>
                </a:ext>
              </a:extLst>
            </p:cNvPr>
            <p:cNvSpPr/>
            <p:nvPr/>
          </p:nvSpPr>
          <p:spPr>
            <a:xfrm rot="3007374">
              <a:off x="4473174" y="724612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839;p25">
              <a:extLst>
                <a:ext uri="{FF2B5EF4-FFF2-40B4-BE49-F238E27FC236}">
                  <a16:creationId xmlns:a16="http://schemas.microsoft.com/office/drawing/2014/main" id="{7C487A3C-9059-BEC4-1656-33A7FB80FA92}"/>
                </a:ext>
              </a:extLst>
            </p:cNvPr>
            <p:cNvSpPr/>
            <p:nvPr/>
          </p:nvSpPr>
          <p:spPr>
            <a:xfrm rot="3007374">
              <a:off x="5352566" y="1777208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840;p25">
              <a:extLst>
                <a:ext uri="{FF2B5EF4-FFF2-40B4-BE49-F238E27FC236}">
                  <a16:creationId xmlns:a16="http://schemas.microsoft.com/office/drawing/2014/main" id="{4FD16638-5076-11D4-A797-A32CFE30CB1C}"/>
                </a:ext>
              </a:extLst>
            </p:cNvPr>
            <p:cNvSpPr/>
            <p:nvPr/>
          </p:nvSpPr>
          <p:spPr>
            <a:xfrm rot="3007374">
              <a:off x="6231957" y="2829803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841;p25">
              <a:extLst>
                <a:ext uri="{FF2B5EF4-FFF2-40B4-BE49-F238E27FC236}">
                  <a16:creationId xmlns:a16="http://schemas.microsoft.com/office/drawing/2014/main" id="{DECA1D6D-5F7E-87A2-4303-0E7EF3892214}"/>
                </a:ext>
              </a:extLst>
            </p:cNvPr>
            <p:cNvSpPr/>
            <p:nvPr/>
          </p:nvSpPr>
          <p:spPr>
            <a:xfrm rot="3007374">
              <a:off x="7111349" y="3882398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842;p25">
              <a:extLst>
                <a:ext uri="{FF2B5EF4-FFF2-40B4-BE49-F238E27FC236}">
                  <a16:creationId xmlns:a16="http://schemas.microsoft.com/office/drawing/2014/main" id="{501F739F-CA79-8B36-8843-72077283C054}"/>
                </a:ext>
              </a:extLst>
            </p:cNvPr>
            <p:cNvSpPr/>
            <p:nvPr/>
          </p:nvSpPr>
          <p:spPr>
            <a:xfrm rot="3007374">
              <a:off x="3420579" y="1604004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843;p25">
              <a:extLst>
                <a:ext uri="{FF2B5EF4-FFF2-40B4-BE49-F238E27FC236}">
                  <a16:creationId xmlns:a16="http://schemas.microsoft.com/office/drawing/2014/main" id="{79DCC545-8CB3-956E-51F1-4B9A924F0306}"/>
                </a:ext>
              </a:extLst>
            </p:cNvPr>
            <p:cNvSpPr/>
            <p:nvPr/>
          </p:nvSpPr>
          <p:spPr>
            <a:xfrm rot="3007374">
              <a:off x="4299971" y="2656599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844;p25">
              <a:extLst>
                <a:ext uri="{FF2B5EF4-FFF2-40B4-BE49-F238E27FC236}">
                  <a16:creationId xmlns:a16="http://schemas.microsoft.com/office/drawing/2014/main" id="{B21FECE4-EA7B-E7D0-B74D-CE6BB988C09B}"/>
                </a:ext>
              </a:extLst>
            </p:cNvPr>
            <p:cNvSpPr/>
            <p:nvPr/>
          </p:nvSpPr>
          <p:spPr>
            <a:xfrm rot="3007374">
              <a:off x="5179362" y="3709194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845;p25">
              <a:extLst>
                <a:ext uri="{FF2B5EF4-FFF2-40B4-BE49-F238E27FC236}">
                  <a16:creationId xmlns:a16="http://schemas.microsoft.com/office/drawing/2014/main" id="{93855401-2D5F-C0A7-507C-867D669CAE9C}"/>
                </a:ext>
              </a:extLst>
            </p:cNvPr>
            <p:cNvSpPr/>
            <p:nvPr/>
          </p:nvSpPr>
          <p:spPr>
            <a:xfrm rot="3007374">
              <a:off x="6058754" y="4761790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846;p25">
              <a:extLst>
                <a:ext uri="{FF2B5EF4-FFF2-40B4-BE49-F238E27FC236}">
                  <a16:creationId xmlns:a16="http://schemas.microsoft.com/office/drawing/2014/main" id="{4033B10F-3335-F669-5AC5-70D3EFA2CBB9}"/>
                </a:ext>
              </a:extLst>
            </p:cNvPr>
            <p:cNvSpPr/>
            <p:nvPr/>
          </p:nvSpPr>
          <p:spPr>
            <a:xfrm rot="3007374">
              <a:off x="2367984" y="2483396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847;p25">
              <a:extLst>
                <a:ext uri="{FF2B5EF4-FFF2-40B4-BE49-F238E27FC236}">
                  <a16:creationId xmlns:a16="http://schemas.microsoft.com/office/drawing/2014/main" id="{BD5F3515-0DAA-0494-8D55-9E85BEB1734A}"/>
                </a:ext>
              </a:extLst>
            </p:cNvPr>
            <p:cNvSpPr/>
            <p:nvPr/>
          </p:nvSpPr>
          <p:spPr>
            <a:xfrm rot="3007374">
              <a:off x="3247375" y="3535991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848;p25">
              <a:extLst>
                <a:ext uri="{FF2B5EF4-FFF2-40B4-BE49-F238E27FC236}">
                  <a16:creationId xmlns:a16="http://schemas.microsoft.com/office/drawing/2014/main" id="{9C96EF04-159D-CC22-9C7C-E848E966D5F9}"/>
                </a:ext>
              </a:extLst>
            </p:cNvPr>
            <p:cNvSpPr/>
            <p:nvPr/>
          </p:nvSpPr>
          <p:spPr>
            <a:xfrm rot="3007374">
              <a:off x="4126767" y="4588586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849;p25">
              <a:extLst>
                <a:ext uri="{FF2B5EF4-FFF2-40B4-BE49-F238E27FC236}">
                  <a16:creationId xmlns:a16="http://schemas.microsoft.com/office/drawing/2014/main" id="{789AF82B-160C-58F7-9522-7334C211C001}"/>
                </a:ext>
              </a:extLst>
            </p:cNvPr>
            <p:cNvSpPr/>
            <p:nvPr/>
          </p:nvSpPr>
          <p:spPr>
            <a:xfrm rot="3007374">
              <a:off x="5006159" y="5641181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850;p25">
              <a:extLst>
                <a:ext uri="{FF2B5EF4-FFF2-40B4-BE49-F238E27FC236}">
                  <a16:creationId xmlns:a16="http://schemas.microsoft.com/office/drawing/2014/main" id="{B4FD34D6-DD90-C3E4-2B2B-7A5367C84FBB}"/>
                </a:ext>
              </a:extLst>
            </p:cNvPr>
            <p:cNvSpPr/>
            <p:nvPr/>
          </p:nvSpPr>
          <p:spPr>
            <a:xfrm rot="3007374">
              <a:off x="8163944" y="3003006"/>
              <a:ext cx="1371600" cy="1371600"/>
            </a:xfrm>
            <a:prstGeom prst="rtTriangle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851;p25">
              <a:extLst>
                <a:ext uri="{FF2B5EF4-FFF2-40B4-BE49-F238E27FC236}">
                  <a16:creationId xmlns:a16="http://schemas.microsoft.com/office/drawing/2014/main" id="{40779184-FE87-4694-79C8-97A2FB226DAC}"/>
                </a:ext>
              </a:extLst>
            </p:cNvPr>
            <p:cNvSpPr/>
            <p:nvPr/>
          </p:nvSpPr>
          <p:spPr>
            <a:xfrm rot="-7792626">
              <a:off x="8163944" y="3003006"/>
              <a:ext cx="1371600" cy="1371600"/>
            </a:xfrm>
            <a:prstGeom prst="rtTriangle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852;p25">
              <a:extLst>
                <a:ext uri="{FF2B5EF4-FFF2-40B4-BE49-F238E27FC236}">
                  <a16:creationId xmlns:a16="http://schemas.microsoft.com/office/drawing/2014/main" id="{B93D78A4-BBC8-0F8E-E156-A4C952CD8176}"/>
                </a:ext>
              </a:extLst>
            </p:cNvPr>
            <p:cNvSpPr/>
            <p:nvPr/>
          </p:nvSpPr>
          <p:spPr>
            <a:xfrm rot="3007374">
              <a:off x="4473174" y="724612"/>
              <a:ext cx="1371600" cy="1371600"/>
            </a:xfrm>
            <a:prstGeom prst="rtTriangle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853;p25">
              <a:extLst>
                <a:ext uri="{FF2B5EF4-FFF2-40B4-BE49-F238E27FC236}">
                  <a16:creationId xmlns:a16="http://schemas.microsoft.com/office/drawing/2014/main" id="{F4491ABF-6577-81AE-290E-A6E725C8EDEB}"/>
                </a:ext>
              </a:extLst>
            </p:cNvPr>
            <p:cNvSpPr/>
            <p:nvPr/>
          </p:nvSpPr>
          <p:spPr>
            <a:xfrm rot="-7792626">
              <a:off x="4473174" y="724612"/>
              <a:ext cx="1371600" cy="1371600"/>
            </a:xfrm>
            <a:prstGeom prst="rtTriangle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854;p25">
              <a:extLst>
                <a:ext uri="{FF2B5EF4-FFF2-40B4-BE49-F238E27FC236}">
                  <a16:creationId xmlns:a16="http://schemas.microsoft.com/office/drawing/2014/main" id="{A5794240-2C40-C131-4A90-4ADACD399FF0}"/>
                </a:ext>
              </a:extLst>
            </p:cNvPr>
            <p:cNvSpPr/>
            <p:nvPr/>
          </p:nvSpPr>
          <p:spPr>
            <a:xfrm rot="3007374">
              <a:off x="3247376" y="3535990"/>
              <a:ext cx="1371600" cy="1371600"/>
            </a:xfrm>
            <a:prstGeom prst="rtTriangle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855;p25">
              <a:extLst>
                <a:ext uri="{FF2B5EF4-FFF2-40B4-BE49-F238E27FC236}">
                  <a16:creationId xmlns:a16="http://schemas.microsoft.com/office/drawing/2014/main" id="{1DB371F0-9554-5FE0-C5FE-39F463B43215}"/>
                </a:ext>
              </a:extLst>
            </p:cNvPr>
            <p:cNvSpPr/>
            <p:nvPr/>
          </p:nvSpPr>
          <p:spPr>
            <a:xfrm rot="-7792626">
              <a:off x="3247376" y="3535990"/>
              <a:ext cx="1371600" cy="1371600"/>
            </a:xfrm>
            <a:prstGeom prst="rtTriangle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6" name="Google Shape;834;p25">
            <a:extLst>
              <a:ext uri="{FF2B5EF4-FFF2-40B4-BE49-F238E27FC236}">
                <a16:creationId xmlns:a16="http://schemas.microsoft.com/office/drawing/2014/main" id="{CE62CD39-96EA-25D1-F8ED-3C7F0F3E57B1}"/>
              </a:ext>
            </a:extLst>
          </p:cNvPr>
          <p:cNvSpPr/>
          <p:nvPr/>
        </p:nvSpPr>
        <p:spPr>
          <a:xfrm rot="16481">
            <a:off x="-3922535" y="742025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835;p25">
            <a:extLst>
              <a:ext uri="{FF2B5EF4-FFF2-40B4-BE49-F238E27FC236}">
                <a16:creationId xmlns:a16="http://schemas.microsoft.com/office/drawing/2014/main" id="{AFD8EB34-9451-1DE6-3A83-A36EEDC3A808}"/>
              </a:ext>
            </a:extLst>
          </p:cNvPr>
          <p:cNvSpPr/>
          <p:nvPr/>
        </p:nvSpPr>
        <p:spPr>
          <a:xfrm rot="16481">
            <a:off x="-2550951" y="7426831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836;p25">
            <a:extLst>
              <a:ext uri="{FF2B5EF4-FFF2-40B4-BE49-F238E27FC236}">
                <a16:creationId xmlns:a16="http://schemas.microsoft.com/office/drawing/2014/main" id="{B444EAAA-EEC3-482A-B56F-5F7A67306F44}"/>
              </a:ext>
            </a:extLst>
          </p:cNvPr>
          <p:cNvSpPr/>
          <p:nvPr/>
        </p:nvSpPr>
        <p:spPr>
          <a:xfrm rot="16481">
            <a:off x="-1179366" y="743340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837;p25">
            <a:extLst>
              <a:ext uri="{FF2B5EF4-FFF2-40B4-BE49-F238E27FC236}">
                <a16:creationId xmlns:a16="http://schemas.microsoft.com/office/drawing/2014/main" id="{A480F810-3B61-AEF5-D322-0C22B1491036}"/>
              </a:ext>
            </a:extLst>
          </p:cNvPr>
          <p:cNvSpPr/>
          <p:nvPr/>
        </p:nvSpPr>
        <p:spPr>
          <a:xfrm rot="16481">
            <a:off x="192217" y="7439982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838;p25">
            <a:extLst>
              <a:ext uri="{FF2B5EF4-FFF2-40B4-BE49-F238E27FC236}">
                <a16:creationId xmlns:a16="http://schemas.microsoft.com/office/drawing/2014/main" id="{96280E83-0A1E-D608-6B4E-A734EAA62459}"/>
              </a:ext>
            </a:extLst>
          </p:cNvPr>
          <p:cNvSpPr/>
          <p:nvPr/>
        </p:nvSpPr>
        <p:spPr>
          <a:xfrm rot="16481">
            <a:off x="-3929111" y="8791839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839;p25">
            <a:extLst>
              <a:ext uri="{FF2B5EF4-FFF2-40B4-BE49-F238E27FC236}">
                <a16:creationId xmlns:a16="http://schemas.microsoft.com/office/drawing/2014/main" id="{9F539B0A-608E-4969-E692-911291E8641F}"/>
              </a:ext>
            </a:extLst>
          </p:cNvPr>
          <p:cNvSpPr/>
          <p:nvPr/>
        </p:nvSpPr>
        <p:spPr>
          <a:xfrm rot="16481">
            <a:off x="-2557526" y="8798415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840;p25">
            <a:extLst>
              <a:ext uri="{FF2B5EF4-FFF2-40B4-BE49-F238E27FC236}">
                <a16:creationId xmlns:a16="http://schemas.microsoft.com/office/drawing/2014/main" id="{90ACA934-8100-7286-2E4F-5AE0980B2EB1}"/>
              </a:ext>
            </a:extLst>
          </p:cNvPr>
          <p:cNvSpPr/>
          <p:nvPr/>
        </p:nvSpPr>
        <p:spPr>
          <a:xfrm rot="16481">
            <a:off x="-1185942" y="8804991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841;p25">
            <a:extLst>
              <a:ext uri="{FF2B5EF4-FFF2-40B4-BE49-F238E27FC236}">
                <a16:creationId xmlns:a16="http://schemas.microsoft.com/office/drawing/2014/main" id="{234A7459-7371-9B85-8301-4B6AE8C4FF03}"/>
              </a:ext>
            </a:extLst>
          </p:cNvPr>
          <p:cNvSpPr/>
          <p:nvPr/>
        </p:nvSpPr>
        <p:spPr>
          <a:xfrm rot="16481">
            <a:off x="185642" y="8811566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842;p25">
            <a:extLst>
              <a:ext uri="{FF2B5EF4-FFF2-40B4-BE49-F238E27FC236}">
                <a16:creationId xmlns:a16="http://schemas.microsoft.com/office/drawing/2014/main" id="{A1B9131F-4008-8F5C-06F6-98545FE4F7C2}"/>
              </a:ext>
            </a:extLst>
          </p:cNvPr>
          <p:cNvSpPr/>
          <p:nvPr/>
        </p:nvSpPr>
        <p:spPr>
          <a:xfrm rot="16481">
            <a:off x="-3935686" y="1016342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843;p25">
            <a:extLst>
              <a:ext uri="{FF2B5EF4-FFF2-40B4-BE49-F238E27FC236}">
                <a16:creationId xmlns:a16="http://schemas.microsoft.com/office/drawing/2014/main" id="{5926608D-E3D5-945A-DEE2-4314472EF1F0}"/>
              </a:ext>
            </a:extLst>
          </p:cNvPr>
          <p:cNvSpPr/>
          <p:nvPr/>
        </p:nvSpPr>
        <p:spPr>
          <a:xfrm rot="16481">
            <a:off x="-2564102" y="10169999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844;p25">
            <a:extLst>
              <a:ext uri="{FF2B5EF4-FFF2-40B4-BE49-F238E27FC236}">
                <a16:creationId xmlns:a16="http://schemas.microsoft.com/office/drawing/2014/main" id="{9B6D2D58-C872-24A6-AADB-0FBF9585EFE5}"/>
              </a:ext>
            </a:extLst>
          </p:cNvPr>
          <p:cNvSpPr/>
          <p:nvPr/>
        </p:nvSpPr>
        <p:spPr>
          <a:xfrm rot="16481">
            <a:off x="-1192518" y="10176575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845;p25">
            <a:extLst>
              <a:ext uri="{FF2B5EF4-FFF2-40B4-BE49-F238E27FC236}">
                <a16:creationId xmlns:a16="http://schemas.microsoft.com/office/drawing/2014/main" id="{DE0932BD-B67B-94FA-7852-23B41D142118}"/>
              </a:ext>
            </a:extLst>
          </p:cNvPr>
          <p:cNvSpPr/>
          <p:nvPr/>
        </p:nvSpPr>
        <p:spPr>
          <a:xfrm rot="16481">
            <a:off x="179067" y="10183151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846;p25">
            <a:extLst>
              <a:ext uri="{FF2B5EF4-FFF2-40B4-BE49-F238E27FC236}">
                <a16:creationId xmlns:a16="http://schemas.microsoft.com/office/drawing/2014/main" id="{DECA9121-5421-0BBA-A7D6-E6E8F690D04B}"/>
              </a:ext>
            </a:extLst>
          </p:cNvPr>
          <p:cNvSpPr/>
          <p:nvPr/>
        </p:nvSpPr>
        <p:spPr>
          <a:xfrm rot="16481">
            <a:off x="-3942261" y="11535008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847;p25">
            <a:extLst>
              <a:ext uri="{FF2B5EF4-FFF2-40B4-BE49-F238E27FC236}">
                <a16:creationId xmlns:a16="http://schemas.microsoft.com/office/drawing/2014/main" id="{2C655D1A-FD4A-3582-0A87-6DB25CD4DCE8}"/>
              </a:ext>
            </a:extLst>
          </p:cNvPr>
          <p:cNvSpPr/>
          <p:nvPr/>
        </p:nvSpPr>
        <p:spPr>
          <a:xfrm rot="16481">
            <a:off x="-2570678" y="11541584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848;p25">
            <a:extLst>
              <a:ext uri="{FF2B5EF4-FFF2-40B4-BE49-F238E27FC236}">
                <a16:creationId xmlns:a16="http://schemas.microsoft.com/office/drawing/2014/main" id="{4577E1FD-B74B-C556-1366-2C87D5B83D7A}"/>
              </a:ext>
            </a:extLst>
          </p:cNvPr>
          <p:cNvSpPr/>
          <p:nvPr/>
        </p:nvSpPr>
        <p:spPr>
          <a:xfrm rot="16481">
            <a:off x="-1199093" y="11548159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849;p25">
            <a:extLst>
              <a:ext uri="{FF2B5EF4-FFF2-40B4-BE49-F238E27FC236}">
                <a16:creationId xmlns:a16="http://schemas.microsoft.com/office/drawing/2014/main" id="{7A11FC9E-1743-576C-93D6-71E0C9E1A2A5}"/>
              </a:ext>
            </a:extLst>
          </p:cNvPr>
          <p:cNvSpPr/>
          <p:nvPr/>
        </p:nvSpPr>
        <p:spPr>
          <a:xfrm rot="16481">
            <a:off x="172491" y="1155473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850;p25">
            <a:extLst>
              <a:ext uri="{FF2B5EF4-FFF2-40B4-BE49-F238E27FC236}">
                <a16:creationId xmlns:a16="http://schemas.microsoft.com/office/drawing/2014/main" id="{FD659A67-1B88-9820-D25F-E4D40C623E0D}"/>
              </a:ext>
            </a:extLst>
          </p:cNvPr>
          <p:cNvSpPr/>
          <p:nvPr/>
        </p:nvSpPr>
        <p:spPr>
          <a:xfrm rot="16481">
            <a:off x="192217" y="7439982"/>
            <a:ext cx="1371600" cy="1371600"/>
          </a:xfrm>
          <a:prstGeom prst="rtTriangle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851;p25">
            <a:extLst>
              <a:ext uri="{FF2B5EF4-FFF2-40B4-BE49-F238E27FC236}">
                <a16:creationId xmlns:a16="http://schemas.microsoft.com/office/drawing/2014/main" id="{233A671E-FDBA-9C41-87B0-817BCA119E54}"/>
              </a:ext>
            </a:extLst>
          </p:cNvPr>
          <p:cNvSpPr/>
          <p:nvPr/>
        </p:nvSpPr>
        <p:spPr>
          <a:xfrm rot="10816481">
            <a:off x="192217" y="7439982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852;p25">
            <a:extLst>
              <a:ext uri="{FF2B5EF4-FFF2-40B4-BE49-F238E27FC236}">
                <a16:creationId xmlns:a16="http://schemas.microsoft.com/office/drawing/2014/main" id="{48B69DCA-E6AF-1764-F32F-6D92FDEB9864}"/>
              </a:ext>
            </a:extLst>
          </p:cNvPr>
          <p:cNvSpPr/>
          <p:nvPr/>
        </p:nvSpPr>
        <p:spPr>
          <a:xfrm rot="16481">
            <a:off x="-3929111" y="8791839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853;p25">
            <a:extLst>
              <a:ext uri="{FF2B5EF4-FFF2-40B4-BE49-F238E27FC236}">
                <a16:creationId xmlns:a16="http://schemas.microsoft.com/office/drawing/2014/main" id="{E7F5AE54-26AA-ADAD-E845-BA2C0A5E1505}"/>
              </a:ext>
            </a:extLst>
          </p:cNvPr>
          <p:cNvSpPr/>
          <p:nvPr/>
        </p:nvSpPr>
        <p:spPr>
          <a:xfrm rot="10816481">
            <a:off x="-3929111" y="8791839"/>
            <a:ext cx="1371600" cy="1371600"/>
          </a:xfrm>
          <a:prstGeom prst="rtTriangle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854;p25">
            <a:extLst>
              <a:ext uri="{FF2B5EF4-FFF2-40B4-BE49-F238E27FC236}">
                <a16:creationId xmlns:a16="http://schemas.microsoft.com/office/drawing/2014/main" id="{0116A8FB-E66A-7EDE-8585-3469A14D2FDB}"/>
              </a:ext>
            </a:extLst>
          </p:cNvPr>
          <p:cNvSpPr/>
          <p:nvPr/>
        </p:nvSpPr>
        <p:spPr>
          <a:xfrm rot="16481">
            <a:off x="-2570678" y="11541582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855;p25">
            <a:extLst>
              <a:ext uri="{FF2B5EF4-FFF2-40B4-BE49-F238E27FC236}">
                <a16:creationId xmlns:a16="http://schemas.microsoft.com/office/drawing/2014/main" id="{6D8FB0F2-CE47-2617-1322-C19D18D7B8AD}"/>
              </a:ext>
            </a:extLst>
          </p:cNvPr>
          <p:cNvSpPr/>
          <p:nvPr/>
        </p:nvSpPr>
        <p:spPr>
          <a:xfrm rot="10816481">
            <a:off x="-2570678" y="11541582"/>
            <a:ext cx="1371600" cy="1371600"/>
          </a:xfrm>
          <a:prstGeom prst="rtTriangle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4" name="Picture 553" descr="The image features a minimalistic, abstract geometric design with a teal color scheme and a white, arrow-like shape.&#10;&#10;AI-generated content may be incorrect.">
            <a:extLst>
              <a:ext uri="{FF2B5EF4-FFF2-40B4-BE49-F238E27FC236}">
                <a16:creationId xmlns:a16="http://schemas.microsoft.com/office/drawing/2014/main" id="{FE57ED75-8BA8-3194-FCEA-7B443E4EB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88959">
            <a:off x="3847652" y="7456126"/>
            <a:ext cx="5523455" cy="551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52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D37A-3BEE-693C-2E72-13536D7A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34;p25">
            <a:extLst>
              <a:ext uri="{FF2B5EF4-FFF2-40B4-BE49-F238E27FC236}">
                <a16:creationId xmlns:a16="http://schemas.microsoft.com/office/drawing/2014/main" id="{4E26A48E-4691-5B05-B0A9-4108B446EC34}"/>
              </a:ext>
            </a:extLst>
          </p:cNvPr>
          <p:cNvSpPr/>
          <p:nvPr/>
        </p:nvSpPr>
        <p:spPr>
          <a:xfrm rot="16481">
            <a:off x="-3929110" y="542611"/>
            <a:ext cx="1371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35;p25">
            <a:extLst>
              <a:ext uri="{FF2B5EF4-FFF2-40B4-BE49-F238E27FC236}">
                <a16:creationId xmlns:a16="http://schemas.microsoft.com/office/drawing/2014/main" id="{C24DB5F3-5BDA-BDC8-8524-0BBEAA2C29CF}"/>
              </a:ext>
            </a:extLst>
          </p:cNvPr>
          <p:cNvSpPr/>
          <p:nvPr/>
        </p:nvSpPr>
        <p:spPr>
          <a:xfrm rot="16481">
            <a:off x="-2557526" y="549186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36;p25">
            <a:extLst>
              <a:ext uri="{FF2B5EF4-FFF2-40B4-BE49-F238E27FC236}">
                <a16:creationId xmlns:a16="http://schemas.microsoft.com/office/drawing/2014/main" id="{A82ECF33-D96A-F384-000D-A13DC9DF488B}"/>
              </a:ext>
            </a:extLst>
          </p:cNvPr>
          <p:cNvSpPr/>
          <p:nvPr/>
        </p:nvSpPr>
        <p:spPr>
          <a:xfrm rot="16481">
            <a:off x="-1185941" y="555761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37;p25">
            <a:extLst>
              <a:ext uri="{FF2B5EF4-FFF2-40B4-BE49-F238E27FC236}">
                <a16:creationId xmlns:a16="http://schemas.microsoft.com/office/drawing/2014/main" id="{DB437190-2D67-1E53-0F7E-15D6D2293055}"/>
              </a:ext>
            </a:extLst>
          </p:cNvPr>
          <p:cNvSpPr/>
          <p:nvPr/>
        </p:nvSpPr>
        <p:spPr>
          <a:xfrm rot="16481">
            <a:off x="185642" y="562337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838;p25">
            <a:extLst>
              <a:ext uri="{FF2B5EF4-FFF2-40B4-BE49-F238E27FC236}">
                <a16:creationId xmlns:a16="http://schemas.microsoft.com/office/drawing/2014/main" id="{8872E36F-D94F-90EB-AC23-F184F700ABBD}"/>
              </a:ext>
            </a:extLst>
          </p:cNvPr>
          <p:cNvSpPr/>
          <p:nvPr/>
        </p:nvSpPr>
        <p:spPr>
          <a:xfrm rot="16481">
            <a:off x="-3935686" y="1914194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839;p25">
            <a:extLst>
              <a:ext uri="{FF2B5EF4-FFF2-40B4-BE49-F238E27FC236}">
                <a16:creationId xmlns:a16="http://schemas.microsoft.com/office/drawing/2014/main" id="{E50C67ED-E2DD-1ED8-CC1D-3275D8F9C6FB}"/>
              </a:ext>
            </a:extLst>
          </p:cNvPr>
          <p:cNvSpPr/>
          <p:nvPr/>
        </p:nvSpPr>
        <p:spPr>
          <a:xfrm rot="16481">
            <a:off x="-2564101" y="1920770"/>
            <a:ext cx="1371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40;p25">
            <a:extLst>
              <a:ext uri="{FF2B5EF4-FFF2-40B4-BE49-F238E27FC236}">
                <a16:creationId xmlns:a16="http://schemas.microsoft.com/office/drawing/2014/main" id="{0FDB5E0D-4DB4-CD80-C8B8-2C83A0C83083}"/>
              </a:ext>
            </a:extLst>
          </p:cNvPr>
          <p:cNvSpPr/>
          <p:nvPr/>
        </p:nvSpPr>
        <p:spPr>
          <a:xfrm rot="16481">
            <a:off x="-1192517" y="1927346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841;p25">
            <a:extLst>
              <a:ext uri="{FF2B5EF4-FFF2-40B4-BE49-F238E27FC236}">
                <a16:creationId xmlns:a16="http://schemas.microsoft.com/office/drawing/2014/main" id="{62C05325-5DE3-4CA0-CD63-447D434FC7A2}"/>
              </a:ext>
            </a:extLst>
          </p:cNvPr>
          <p:cNvSpPr/>
          <p:nvPr/>
        </p:nvSpPr>
        <p:spPr>
          <a:xfrm rot="16481">
            <a:off x="179067" y="1933921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842;p25">
            <a:extLst>
              <a:ext uri="{FF2B5EF4-FFF2-40B4-BE49-F238E27FC236}">
                <a16:creationId xmlns:a16="http://schemas.microsoft.com/office/drawing/2014/main" id="{10FB2CD4-7A84-FD9D-7A00-73D9B35DED63}"/>
              </a:ext>
            </a:extLst>
          </p:cNvPr>
          <p:cNvSpPr/>
          <p:nvPr/>
        </p:nvSpPr>
        <p:spPr>
          <a:xfrm rot="16481">
            <a:off x="-3942261" y="3285779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843;p25">
            <a:extLst>
              <a:ext uri="{FF2B5EF4-FFF2-40B4-BE49-F238E27FC236}">
                <a16:creationId xmlns:a16="http://schemas.microsoft.com/office/drawing/2014/main" id="{4BF045A6-E311-CCAC-B4D2-ED1F9FD623C2}"/>
              </a:ext>
            </a:extLst>
          </p:cNvPr>
          <p:cNvSpPr/>
          <p:nvPr/>
        </p:nvSpPr>
        <p:spPr>
          <a:xfrm rot="16481">
            <a:off x="-2570677" y="329235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844;p25">
            <a:extLst>
              <a:ext uri="{FF2B5EF4-FFF2-40B4-BE49-F238E27FC236}">
                <a16:creationId xmlns:a16="http://schemas.microsoft.com/office/drawing/2014/main" id="{431B7654-EE8B-6E18-DB34-9659DCACD41B}"/>
              </a:ext>
            </a:extLst>
          </p:cNvPr>
          <p:cNvSpPr/>
          <p:nvPr/>
        </p:nvSpPr>
        <p:spPr>
          <a:xfrm rot="16481">
            <a:off x="-1199093" y="3298930"/>
            <a:ext cx="1371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845;p25">
            <a:extLst>
              <a:ext uri="{FF2B5EF4-FFF2-40B4-BE49-F238E27FC236}">
                <a16:creationId xmlns:a16="http://schemas.microsoft.com/office/drawing/2014/main" id="{B3717264-14E0-1700-17AE-D5DFF7AFCAC2}"/>
              </a:ext>
            </a:extLst>
          </p:cNvPr>
          <p:cNvSpPr/>
          <p:nvPr/>
        </p:nvSpPr>
        <p:spPr>
          <a:xfrm rot="16481">
            <a:off x="172492" y="3305506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846;p25">
            <a:extLst>
              <a:ext uri="{FF2B5EF4-FFF2-40B4-BE49-F238E27FC236}">
                <a16:creationId xmlns:a16="http://schemas.microsoft.com/office/drawing/2014/main" id="{C17535A9-C10E-1475-9604-1FB18B58CB33}"/>
              </a:ext>
            </a:extLst>
          </p:cNvPr>
          <p:cNvSpPr/>
          <p:nvPr/>
        </p:nvSpPr>
        <p:spPr>
          <a:xfrm rot="16481">
            <a:off x="-3948836" y="4657363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847;p25">
            <a:extLst>
              <a:ext uri="{FF2B5EF4-FFF2-40B4-BE49-F238E27FC236}">
                <a16:creationId xmlns:a16="http://schemas.microsoft.com/office/drawing/2014/main" id="{0B25818F-33CE-8462-A7E6-B6860805B615}"/>
              </a:ext>
            </a:extLst>
          </p:cNvPr>
          <p:cNvSpPr/>
          <p:nvPr/>
        </p:nvSpPr>
        <p:spPr>
          <a:xfrm rot="16481">
            <a:off x="-2577253" y="4663939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848;p25">
            <a:extLst>
              <a:ext uri="{FF2B5EF4-FFF2-40B4-BE49-F238E27FC236}">
                <a16:creationId xmlns:a16="http://schemas.microsoft.com/office/drawing/2014/main" id="{532688EC-8384-0595-1581-F29E3A12837E}"/>
              </a:ext>
            </a:extLst>
          </p:cNvPr>
          <p:cNvSpPr/>
          <p:nvPr/>
        </p:nvSpPr>
        <p:spPr>
          <a:xfrm rot="16481">
            <a:off x="-1205668" y="467051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849;p25">
            <a:extLst>
              <a:ext uri="{FF2B5EF4-FFF2-40B4-BE49-F238E27FC236}">
                <a16:creationId xmlns:a16="http://schemas.microsoft.com/office/drawing/2014/main" id="{8596A04F-9D5B-D832-ADD5-13E4EA6A02D5}"/>
              </a:ext>
            </a:extLst>
          </p:cNvPr>
          <p:cNvSpPr/>
          <p:nvPr/>
        </p:nvSpPr>
        <p:spPr>
          <a:xfrm rot="16481">
            <a:off x="165916" y="4677089"/>
            <a:ext cx="1371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850;p25">
            <a:extLst>
              <a:ext uri="{FF2B5EF4-FFF2-40B4-BE49-F238E27FC236}">
                <a16:creationId xmlns:a16="http://schemas.microsoft.com/office/drawing/2014/main" id="{9D044971-E723-21EF-878E-315A7E386553}"/>
              </a:ext>
            </a:extLst>
          </p:cNvPr>
          <p:cNvSpPr/>
          <p:nvPr/>
        </p:nvSpPr>
        <p:spPr>
          <a:xfrm rot="16481">
            <a:off x="185642" y="562337"/>
            <a:ext cx="1371600" cy="13716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851;p25">
            <a:extLst>
              <a:ext uri="{FF2B5EF4-FFF2-40B4-BE49-F238E27FC236}">
                <a16:creationId xmlns:a16="http://schemas.microsoft.com/office/drawing/2014/main" id="{D6A73CE8-ADAF-8A98-535F-A26F81C23803}"/>
              </a:ext>
            </a:extLst>
          </p:cNvPr>
          <p:cNvSpPr/>
          <p:nvPr/>
        </p:nvSpPr>
        <p:spPr>
          <a:xfrm rot="10816481">
            <a:off x="185642" y="562337"/>
            <a:ext cx="1371600" cy="1371600"/>
          </a:xfrm>
          <a:prstGeom prst="rtTriangle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852;p25">
            <a:extLst>
              <a:ext uri="{FF2B5EF4-FFF2-40B4-BE49-F238E27FC236}">
                <a16:creationId xmlns:a16="http://schemas.microsoft.com/office/drawing/2014/main" id="{6626B34D-3BB8-6992-F591-521EA181660E}"/>
              </a:ext>
            </a:extLst>
          </p:cNvPr>
          <p:cNvSpPr/>
          <p:nvPr/>
        </p:nvSpPr>
        <p:spPr>
          <a:xfrm rot="16481">
            <a:off x="-3935686" y="1914194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853;p25">
            <a:extLst>
              <a:ext uri="{FF2B5EF4-FFF2-40B4-BE49-F238E27FC236}">
                <a16:creationId xmlns:a16="http://schemas.microsoft.com/office/drawing/2014/main" id="{6BDD7B50-9AC5-7CF4-A6B0-1390FD5E4BB9}"/>
              </a:ext>
            </a:extLst>
          </p:cNvPr>
          <p:cNvSpPr/>
          <p:nvPr/>
        </p:nvSpPr>
        <p:spPr>
          <a:xfrm rot="10816481">
            <a:off x="-3935686" y="1914194"/>
            <a:ext cx="1371600" cy="13716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854;p25">
            <a:extLst>
              <a:ext uri="{FF2B5EF4-FFF2-40B4-BE49-F238E27FC236}">
                <a16:creationId xmlns:a16="http://schemas.microsoft.com/office/drawing/2014/main" id="{46D28A08-737B-FC53-6081-9706BA4D41E3}"/>
              </a:ext>
            </a:extLst>
          </p:cNvPr>
          <p:cNvSpPr/>
          <p:nvPr/>
        </p:nvSpPr>
        <p:spPr>
          <a:xfrm rot="16481">
            <a:off x="-2577253" y="4663937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855;p25">
            <a:extLst>
              <a:ext uri="{FF2B5EF4-FFF2-40B4-BE49-F238E27FC236}">
                <a16:creationId xmlns:a16="http://schemas.microsoft.com/office/drawing/2014/main" id="{95AF5C69-91DB-777E-47EF-E026E06702EB}"/>
              </a:ext>
            </a:extLst>
          </p:cNvPr>
          <p:cNvSpPr/>
          <p:nvPr/>
        </p:nvSpPr>
        <p:spPr>
          <a:xfrm rot="10816481">
            <a:off x="-2577253" y="4663937"/>
            <a:ext cx="1371600" cy="13716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834;p25">
            <a:extLst>
              <a:ext uri="{FF2B5EF4-FFF2-40B4-BE49-F238E27FC236}">
                <a16:creationId xmlns:a16="http://schemas.microsoft.com/office/drawing/2014/main" id="{F1398ECB-4FD8-92FC-CF66-B991C59CE6B5}"/>
              </a:ext>
            </a:extLst>
          </p:cNvPr>
          <p:cNvSpPr/>
          <p:nvPr/>
        </p:nvSpPr>
        <p:spPr>
          <a:xfrm rot="16481">
            <a:off x="1984529" y="555793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835;p25">
            <a:extLst>
              <a:ext uri="{FF2B5EF4-FFF2-40B4-BE49-F238E27FC236}">
                <a16:creationId xmlns:a16="http://schemas.microsoft.com/office/drawing/2014/main" id="{91CD617D-8A3E-8C8C-D3C9-D8CF268A59E6}"/>
              </a:ext>
            </a:extLst>
          </p:cNvPr>
          <p:cNvSpPr/>
          <p:nvPr/>
        </p:nvSpPr>
        <p:spPr>
          <a:xfrm rot="16481">
            <a:off x="3356113" y="562368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836;p25">
            <a:extLst>
              <a:ext uri="{FF2B5EF4-FFF2-40B4-BE49-F238E27FC236}">
                <a16:creationId xmlns:a16="http://schemas.microsoft.com/office/drawing/2014/main" id="{967ACC5A-0C56-1AFD-9185-1F2F02F4A88A}"/>
              </a:ext>
            </a:extLst>
          </p:cNvPr>
          <p:cNvSpPr/>
          <p:nvPr/>
        </p:nvSpPr>
        <p:spPr>
          <a:xfrm rot="16481">
            <a:off x="4727698" y="568943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837;p25">
            <a:extLst>
              <a:ext uri="{FF2B5EF4-FFF2-40B4-BE49-F238E27FC236}">
                <a16:creationId xmlns:a16="http://schemas.microsoft.com/office/drawing/2014/main" id="{100D2B3B-AD8F-DF52-34F7-94A51A0B7269}"/>
              </a:ext>
            </a:extLst>
          </p:cNvPr>
          <p:cNvSpPr/>
          <p:nvPr/>
        </p:nvSpPr>
        <p:spPr>
          <a:xfrm rot="16481">
            <a:off x="6099281" y="575519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838;p25">
            <a:extLst>
              <a:ext uri="{FF2B5EF4-FFF2-40B4-BE49-F238E27FC236}">
                <a16:creationId xmlns:a16="http://schemas.microsoft.com/office/drawing/2014/main" id="{C308F5CC-73A6-90E2-81CF-48068FBB04BB}"/>
              </a:ext>
            </a:extLst>
          </p:cNvPr>
          <p:cNvSpPr/>
          <p:nvPr/>
        </p:nvSpPr>
        <p:spPr>
          <a:xfrm rot="16481">
            <a:off x="1977953" y="1927376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839;p25">
            <a:extLst>
              <a:ext uri="{FF2B5EF4-FFF2-40B4-BE49-F238E27FC236}">
                <a16:creationId xmlns:a16="http://schemas.microsoft.com/office/drawing/2014/main" id="{2297DC92-5A35-B909-F807-32A9AB4BE802}"/>
              </a:ext>
            </a:extLst>
          </p:cNvPr>
          <p:cNvSpPr/>
          <p:nvPr/>
        </p:nvSpPr>
        <p:spPr>
          <a:xfrm rot="16481">
            <a:off x="3349538" y="193395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840;p25">
            <a:extLst>
              <a:ext uri="{FF2B5EF4-FFF2-40B4-BE49-F238E27FC236}">
                <a16:creationId xmlns:a16="http://schemas.microsoft.com/office/drawing/2014/main" id="{BE8F00BF-54D6-D3DE-B0ED-36CBE9CB897E}"/>
              </a:ext>
            </a:extLst>
          </p:cNvPr>
          <p:cNvSpPr/>
          <p:nvPr/>
        </p:nvSpPr>
        <p:spPr>
          <a:xfrm rot="16481">
            <a:off x="4721122" y="1940528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841;p25">
            <a:extLst>
              <a:ext uri="{FF2B5EF4-FFF2-40B4-BE49-F238E27FC236}">
                <a16:creationId xmlns:a16="http://schemas.microsoft.com/office/drawing/2014/main" id="{0D63674B-8D1C-4B98-ACA0-2309ECF59F90}"/>
              </a:ext>
            </a:extLst>
          </p:cNvPr>
          <p:cNvSpPr/>
          <p:nvPr/>
        </p:nvSpPr>
        <p:spPr>
          <a:xfrm rot="16481">
            <a:off x="6092706" y="1947103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842;p25">
            <a:extLst>
              <a:ext uri="{FF2B5EF4-FFF2-40B4-BE49-F238E27FC236}">
                <a16:creationId xmlns:a16="http://schemas.microsoft.com/office/drawing/2014/main" id="{832CB988-A264-3C75-5913-C87C14180F73}"/>
              </a:ext>
            </a:extLst>
          </p:cNvPr>
          <p:cNvSpPr/>
          <p:nvPr/>
        </p:nvSpPr>
        <p:spPr>
          <a:xfrm rot="16481">
            <a:off x="1971378" y="3298961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843;p25">
            <a:extLst>
              <a:ext uri="{FF2B5EF4-FFF2-40B4-BE49-F238E27FC236}">
                <a16:creationId xmlns:a16="http://schemas.microsoft.com/office/drawing/2014/main" id="{F6DBC30C-D059-3596-CFCB-D8988F2C9CF3}"/>
              </a:ext>
            </a:extLst>
          </p:cNvPr>
          <p:cNvSpPr/>
          <p:nvPr/>
        </p:nvSpPr>
        <p:spPr>
          <a:xfrm rot="16481">
            <a:off x="3342962" y="330553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844;p25">
            <a:extLst>
              <a:ext uri="{FF2B5EF4-FFF2-40B4-BE49-F238E27FC236}">
                <a16:creationId xmlns:a16="http://schemas.microsoft.com/office/drawing/2014/main" id="{0735DC38-AF10-3337-8904-56B8399A75A2}"/>
              </a:ext>
            </a:extLst>
          </p:cNvPr>
          <p:cNvSpPr/>
          <p:nvPr/>
        </p:nvSpPr>
        <p:spPr>
          <a:xfrm rot="16481">
            <a:off x="4714546" y="331211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845;p25">
            <a:extLst>
              <a:ext uri="{FF2B5EF4-FFF2-40B4-BE49-F238E27FC236}">
                <a16:creationId xmlns:a16="http://schemas.microsoft.com/office/drawing/2014/main" id="{F5614FE6-3E87-9142-A63D-5B21F957B68C}"/>
              </a:ext>
            </a:extLst>
          </p:cNvPr>
          <p:cNvSpPr/>
          <p:nvPr/>
        </p:nvSpPr>
        <p:spPr>
          <a:xfrm rot="16481">
            <a:off x="6086131" y="3318688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846;p25">
            <a:extLst>
              <a:ext uri="{FF2B5EF4-FFF2-40B4-BE49-F238E27FC236}">
                <a16:creationId xmlns:a16="http://schemas.microsoft.com/office/drawing/2014/main" id="{DA188593-81E2-722D-F1FE-2437F11E7AEB}"/>
              </a:ext>
            </a:extLst>
          </p:cNvPr>
          <p:cNvSpPr/>
          <p:nvPr/>
        </p:nvSpPr>
        <p:spPr>
          <a:xfrm rot="16481">
            <a:off x="1964803" y="4670545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847;p25">
            <a:extLst>
              <a:ext uri="{FF2B5EF4-FFF2-40B4-BE49-F238E27FC236}">
                <a16:creationId xmlns:a16="http://schemas.microsoft.com/office/drawing/2014/main" id="{29D6A745-FE6A-E2BD-BE0A-077AABC0E189}"/>
              </a:ext>
            </a:extLst>
          </p:cNvPr>
          <p:cNvSpPr/>
          <p:nvPr/>
        </p:nvSpPr>
        <p:spPr>
          <a:xfrm rot="16481">
            <a:off x="3336386" y="4677121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848;p25">
            <a:extLst>
              <a:ext uri="{FF2B5EF4-FFF2-40B4-BE49-F238E27FC236}">
                <a16:creationId xmlns:a16="http://schemas.microsoft.com/office/drawing/2014/main" id="{A387816F-4E60-1926-BA5D-CC3C5FE47813}"/>
              </a:ext>
            </a:extLst>
          </p:cNvPr>
          <p:cNvSpPr/>
          <p:nvPr/>
        </p:nvSpPr>
        <p:spPr>
          <a:xfrm rot="16481">
            <a:off x="4707971" y="468369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849;p25">
            <a:extLst>
              <a:ext uri="{FF2B5EF4-FFF2-40B4-BE49-F238E27FC236}">
                <a16:creationId xmlns:a16="http://schemas.microsoft.com/office/drawing/2014/main" id="{2F149CE2-DC9A-EB07-13DB-EA34D1EA2F98}"/>
              </a:ext>
            </a:extLst>
          </p:cNvPr>
          <p:cNvSpPr/>
          <p:nvPr/>
        </p:nvSpPr>
        <p:spPr>
          <a:xfrm rot="16481">
            <a:off x="6079555" y="4690271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850;p25">
            <a:extLst>
              <a:ext uri="{FF2B5EF4-FFF2-40B4-BE49-F238E27FC236}">
                <a16:creationId xmlns:a16="http://schemas.microsoft.com/office/drawing/2014/main" id="{1691AE96-6BA0-9CC9-E838-0A0CAC2066A7}"/>
              </a:ext>
            </a:extLst>
          </p:cNvPr>
          <p:cNvSpPr/>
          <p:nvPr/>
        </p:nvSpPr>
        <p:spPr>
          <a:xfrm rot="16481">
            <a:off x="6099281" y="575519"/>
            <a:ext cx="1371600" cy="1371600"/>
          </a:xfrm>
          <a:prstGeom prst="rtTriangle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51;p25">
            <a:extLst>
              <a:ext uri="{FF2B5EF4-FFF2-40B4-BE49-F238E27FC236}">
                <a16:creationId xmlns:a16="http://schemas.microsoft.com/office/drawing/2014/main" id="{A8064E6A-7DA8-C53D-27B9-3A44CC3174DB}"/>
              </a:ext>
            </a:extLst>
          </p:cNvPr>
          <p:cNvSpPr/>
          <p:nvPr/>
        </p:nvSpPr>
        <p:spPr>
          <a:xfrm rot="10816481">
            <a:off x="6099281" y="575519"/>
            <a:ext cx="1371600" cy="1371600"/>
          </a:xfrm>
          <a:prstGeom prst="rtTriangle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52;p25">
            <a:extLst>
              <a:ext uri="{FF2B5EF4-FFF2-40B4-BE49-F238E27FC236}">
                <a16:creationId xmlns:a16="http://schemas.microsoft.com/office/drawing/2014/main" id="{F487D5E1-899B-C0E5-1D12-CAE66D8F321B}"/>
              </a:ext>
            </a:extLst>
          </p:cNvPr>
          <p:cNvSpPr/>
          <p:nvPr/>
        </p:nvSpPr>
        <p:spPr>
          <a:xfrm rot="16481">
            <a:off x="1977953" y="1927376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3;p25">
            <a:extLst>
              <a:ext uri="{FF2B5EF4-FFF2-40B4-BE49-F238E27FC236}">
                <a16:creationId xmlns:a16="http://schemas.microsoft.com/office/drawing/2014/main" id="{81C69D2D-3FF3-1E5D-1921-54E0970ED76F}"/>
              </a:ext>
            </a:extLst>
          </p:cNvPr>
          <p:cNvSpPr/>
          <p:nvPr/>
        </p:nvSpPr>
        <p:spPr>
          <a:xfrm rot="10816481">
            <a:off x="1977953" y="1927376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54;p25">
            <a:extLst>
              <a:ext uri="{FF2B5EF4-FFF2-40B4-BE49-F238E27FC236}">
                <a16:creationId xmlns:a16="http://schemas.microsoft.com/office/drawing/2014/main" id="{814D9982-524A-A5BD-0D56-AE76B90D9B98}"/>
              </a:ext>
            </a:extLst>
          </p:cNvPr>
          <p:cNvSpPr/>
          <p:nvPr/>
        </p:nvSpPr>
        <p:spPr>
          <a:xfrm rot="16481">
            <a:off x="3336386" y="4677119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55;p25">
            <a:extLst>
              <a:ext uri="{FF2B5EF4-FFF2-40B4-BE49-F238E27FC236}">
                <a16:creationId xmlns:a16="http://schemas.microsoft.com/office/drawing/2014/main" id="{0FFC9C2E-72EC-8E93-DFFE-09D2A895A3D9}"/>
              </a:ext>
            </a:extLst>
          </p:cNvPr>
          <p:cNvSpPr/>
          <p:nvPr/>
        </p:nvSpPr>
        <p:spPr>
          <a:xfrm rot="10816481">
            <a:off x="3336386" y="4677119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834;p25">
            <a:extLst>
              <a:ext uri="{FF2B5EF4-FFF2-40B4-BE49-F238E27FC236}">
                <a16:creationId xmlns:a16="http://schemas.microsoft.com/office/drawing/2014/main" id="{8B29EA42-18B6-65C4-A7C8-2F85C852BC59}"/>
              </a:ext>
            </a:extLst>
          </p:cNvPr>
          <p:cNvSpPr/>
          <p:nvPr/>
        </p:nvSpPr>
        <p:spPr>
          <a:xfrm rot="16481">
            <a:off x="8080528" y="575519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835;p25">
            <a:extLst>
              <a:ext uri="{FF2B5EF4-FFF2-40B4-BE49-F238E27FC236}">
                <a16:creationId xmlns:a16="http://schemas.microsoft.com/office/drawing/2014/main" id="{F20F19A2-A887-BE7F-72AC-742DF3213265}"/>
              </a:ext>
            </a:extLst>
          </p:cNvPr>
          <p:cNvSpPr/>
          <p:nvPr/>
        </p:nvSpPr>
        <p:spPr>
          <a:xfrm rot="16481">
            <a:off x="9452112" y="58209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836;p25">
            <a:extLst>
              <a:ext uri="{FF2B5EF4-FFF2-40B4-BE49-F238E27FC236}">
                <a16:creationId xmlns:a16="http://schemas.microsoft.com/office/drawing/2014/main" id="{A21037C4-AD50-74DE-F6D0-30D154A769FB}"/>
              </a:ext>
            </a:extLst>
          </p:cNvPr>
          <p:cNvSpPr/>
          <p:nvPr/>
        </p:nvSpPr>
        <p:spPr>
          <a:xfrm rot="16481">
            <a:off x="10823697" y="588669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837;p25">
            <a:extLst>
              <a:ext uri="{FF2B5EF4-FFF2-40B4-BE49-F238E27FC236}">
                <a16:creationId xmlns:a16="http://schemas.microsoft.com/office/drawing/2014/main" id="{0BF55038-5A1A-BBFD-2EE2-9BB2E3064711}"/>
              </a:ext>
            </a:extLst>
          </p:cNvPr>
          <p:cNvSpPr/>
          <p:nvPr/>
        </p:nvSpPr>
        <p:spPr>
          <a:xfrm rot="16481">
            <a:off x="12195280" y="595245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838;p25">
            <a:extLst>
              <a:ext uri="{FF2B5EF4-FFF2-40B4-BE49-F238E27FC236}">
                <a16:creationId xmlns:a16="http://schemas.microsoft.com/office/drawing/2014/main" id="{042D3C95-2E2D-4ECC-06F4-1D07CE184D8F}"/>
              </a:ext>
            </a:extLst>
          </p:cNvPr>
          <p:cNvSpPr/>
          <p:nvPr/>
        </p:nvSpPr>
        <p:spPr>
          <a:xfrm rot="16481">
            <a:off x="8073952" y="1947102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839;p25">
            <a:extLst>
              <a:ext uri="{FF2B5EF4-FFF2-40B4-BE49-F238E27FC236}">
                <a16:creationId xmlns:a16="http://schemas.microsoft.com/office/drawing/2014/main" id="{A9C73629-8616-F1D9-159B-E65D4244649F}"/>
              </a:ext>
            </a:extLst>
          </p:cNvPr>
          <p:cNvSpPr/>
          <p:nvPr/>
        </p:nvSpPr>
        <p:spPr>
          <a:xfrm rot="16481">
            <a:off x="9445537" y="1953678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840;p25">
            <a:extLst>
              <a:ext uri="{FF2B5EF4-FFF2-40B4-BE49-F238E27FC236}">
                <a16:creationId xmlns:a16="http://schemas.microsoft.com/office/drawing/2014/main" id="{0E02BABC-21B8-C245-684C-EF6B939F32C3}"/>
              </a:ext>
            </a:extLst>
          </p:cNvPr>
          <p:cNvSpPr/>
          <p:nvPr/>
        </p:nvSpPr>
        <p:spPr>
          <a:xfrm rot="16481">
            <a:off x="10817121" y="196025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841;p25">
            <a:extLst>
              <a:ext uri="{FF2B5EF4-FFF2-40B4-BE49-F238E27FC236}">
                <a16:creationId xmlns:a16="http://schemas.microsoft.com/office/drawing/2014/main" id="{E760E351-74E5-FBC1-00FE-A4ED09EC13B4}"/>
              </a:ext>
            </a:extLst>
          </p:cNvPr>
          <p:cNvSpPr/>
          <p:nvPr/>
        </p:nvSpPr>
        <p:spPr>
          <a:xfrm rot="16481">
            <a:off x="12188705" y="1966829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842;p25">
            <a:extLst>
              <a:ext uri="{FF2B5EF4-FFF2-40B4-BE49-F238E27FC236}">
                <a16:creationId xmlns:a16="http://schemas.microsoft.com/office/drawing/2014/main" id="{0736642B-63C7-A2C1-9796-BCAE5D92BD5A}"/>
              </a:ext>
            </a:extLst>
          </p:cNvPr>
          <p:cNvSpPr/>
          <p:nvPr/>
        </p:nvSpPr>
        <p:spPr>
          <a:xfrm rot="16481">
            <a:off x="8067377" y="3318687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843;p25">
            <a:extLst>
              <a:ext uri="{FF2B5EF4-FFF2-40B4-BE49-F238E27FC236}">
                <a16:creationId xmlns:a16="http://schemas.microsoft.com/office/drawing/2014/main" id="{46BA79DE-5BAB-C174-E296-A91E470D2D5D}"/>
              </a:ext>
            </a:extLst>
          </p:cNvPr>
          <p:cNvSpPr/>
          <p:nvPr/>
        </p:nvSpPr>
        <p:spPr>
          <a:xfrm rot="16481">
            <a:off x="9438961" y="332526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844;p25">
            <a:extLst>
              <a:ext uri="{FF2B5EF4-FFF2-40B4-BE49-F238E27FC236}">
                <a16:creationId xmlns:a16="http://schemas.microsoft.com/office/drawing/2014/main" id="{88363A04-5C8D-4DCF-4583-466B6CBF0C5E}"/>
              </a:ext>
            </a:extLst>
          </p:cNvPr>
          <p:cNvSpPr/>
          <p:nvPr/>
        </p:nvSpPr>
        <p:spPr>
          <a:xfrm rot="16481">
            <a:off x="10810545" y="3331838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845;p25">
            <a:extLst>
              <a:ext uri="{FF2B5EF4-FFF2-40B4-BE49-F238E27FC236}">
                <a16:creationId xmlns:a16="http://schemas.microsoft.com/office/drawing/2014/main" id="{50043828-AA88-B381-187A-9EF25AC82415}"/>
              </a:ext>
            </a:extLst>
          </p:cNvPr>
          <p:cNvSpPr/>
          <p:nvPr/>
        </p:nvSpPr>
        <p:spPr>
          <a:xfrm rot="16481">
            <a:off x="12182130" y="333841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846;p25">
            <a:extLst>
              <a:ext uri="{FF2B5EF4-FFF2-40B4-BE49-F238E27FC236}">
                <a16:creationId xmlns:a16="http://schemas.microsoft.com/office/drawing/2014/main" id="{9DDFE11E-D496-A0E2-E38C-634DE39DAA6C}"/>
              </a:ext>
            </a:extLst>
          </p:cNvPr>
          <p:cNvSpPr/>
          <p:nvPr/>
        </p:nvSpPr>
        <p:spPr>
          <a:xfrm rot="16481">
            <a:off x="8060802" y="4690271"/>
            <a:ext cx="1371600" cy="1371600"/>
          </a:xfrm>
          <a:prstGeom prst="rect">
            <a:avLst/>
          </a:prstGeom>
          <a:solidFill>
            <a:srgbClr val="18545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847;p25">
            <a:extLst>
              <a:ext uri="{FF2B5EF4-FFF2-40B4-BE49-F238E27FC236}">
                <a16:creationId xmlns:a16="http://schemas.microsoft.com/office/drawing/2014/main" id="{25608ED1-1C80-A405-F505-7ACE732E0AFB}"/>
              </a:ext>
            </a:extLst>
          </p:cNvPr>
          <p:cNvSpPr/>
          <p:nvPr/>
        </p:nvSpPr>
        <p:spPr>
          <a:xfrm rot="16481">
            <a:off x="9432385" y="4696847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848;p25">
            <a:extLst>
              <a:ext uri="{FF2B5EF4-FFF2-40B4-BE49-F238E27FC236}">
                <a16:creationId xmlns:a16="http://schemas.microsoft.com/office/drawing/2014/main" id="{45614423-C2A1-B0F8-1BC5-37D0D396A738}"/>
              </a:ext>
            </a:extLst>
          </p:cNvPr>
          <p:cNvSpPr/>
          <p:nvPr/>
        </p:nvSpPr>
        <p:spPr>
          <a:xfrm rot="16481">
            <a:off x="10803970" y="470342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849;p25">
            <a:extLst>
              <a:ext uri="{FF2B5EF4-FFF2-40B4-BE49-F238E27FC236}">
                <a16:creationId xmlns:a16="http://schemas.microsoft.com/office/drawing/2014/main" id="{72A79CFD-8685-7C71-9EEE-49FE5C4C7B17}"/>
              </a:ext>
            </a:extLst>
          </p:cNvPr>
          <p:cNvSpPr/>
          <p:nvPr/>
        </p:nvSpPr>
        <p:spPr>
          <a:xfrm rot="16481">
            <a:off x="12175554" y="4709997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850;p25">
            <a:extLst>
              <a:ext uri="{FF2B5EF4-FFF2-40B4-BE49-F238E27FC236}">
                <a16:creationId xmlns:a16="http://schemas.microsoft.com/office/drawing/2014/main" id="{4519E356-589E-1A50-AF33-B5406A655978}"/>
              </a:ext>
            </a:extLst>
          </p:cNvPr>
          <p:cNvSpPr/>
          <p:nvPr/>
        </p:nvSpPr>
        <p:spPr>
          <a:xfrm rot="16481">
            <a:off x="12195280" y="595245"/>
            <a:ext cx="1371600" cy="1371600"/>
          </a:xfrm>
          <a:prstGeom prst="rtTriangle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851;p25">
            <a:extLst>
              <a:ext uri="{FF2B5EF4-FFF2-40B4-BE49-F238E27FC236}">
                <a16:creationId xmlns:a16="http://schemas.microsoft.com/office/drawing/2014/main" id="{8F587799-7EB0-9F56-A500-D6D7E51E7D4C}"/>
              </a:ext>
            </a:extLst>
          </p:cNvPr>
          <p:cNvSpPr/>
          <p:nvPr/>
        </p:nvSpPr>
        <p:spPr>
          <a:xfrm rot="10816481">
            <a:off x="12195280" y="595245"/>
            <a:ext cx="1371600" cy="1371600"/>
          </a:xfrm>
          <a:prstGeom prst="rtTriangle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852;p25">
            <a:extLst>
              <a:ext uri="{FF2B5EF4-FFF2-40B4-BE49-F238E27FC236}">
                <a16:creationId xmlns:a16="http://schemas.microsoft.com/office/drawing/2014/main" id="{959BC5DC-0DE9-650E-FB5E-4FDCC2F85527}"/>
              </a:ext>
            </a:extLst>
          </p:cNvPr>
          <p:cNvSpPr/>
          <p:nvPr/>
        </p:nvSpPr>
        <p:spPr>
          <a:xfrm rot="16481">
            <a:off x="8073952" y="1947102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853;p25">
            <a:extLst>
              <a:ext uri="{FF2B5EF4-FFF2-40B4-BE49-F238E27FC236}">
                <a16:creationId xmlns:a16="http://schemas.microsoft.com/office/drawing/2014/main" id="{1D307361-3096-8B67-506E-AFE235A39097}"/>
              </a:ext>
            </a:extLst>
          </p:cNvPr>
          <p:cNvSpPr/>
          <p:nvPr/>
        </p:nvSpPr>
        <p:spPr>
          <a:xfrm rot="10816481">
            <a:off x="8073952" y="1947102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854;p25">
            <a:extLst>
              <a:ext uri="{FF2B5EF4-FFF2-40B4-BE49-F238E27FC236}">
                <a16:creationId xmlns:a16="http://schemas.microsoft.com/office/drawing/2014/main" id="{6CECAB9F-F128-7D3D-2310-5FFD588B6EC2}"/>
              </a:ext>
            </a:extLst>
          </p:cNvPr>
          <p:cNvSpPr/>
          <p:nvPr/>
        </p:nvSpPr>
        <p:spPr>
          <a:xfrm rot="16481">
            <a:off x="9432385" y="4696845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855;p25">
            <a:extLst>
              <a:ext uri="{FF2B5EF4-FFF2-40B4-BE49-F238E27FC236}">
                <a16:creationId xmlns:a16="http://schemas.microsoft.com/office/drawing/2014/main" id="{4DC81BEA-1962-2301-235E-15C587DD8DAD}"/>
              </a:ext>
            </a:extLst>
          </p:cNvPr>
          <p:cNvSpPr/>
          <p:nvPr/>
        </p:nvSpPr>
        <p:spPr>
          <a:xfrm rot="10816481">
            <a:off x="9432385" y="4696845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834;p25">
            <a:extLst>
              <a:ext uri="{FF2B5EF4-FFF2-40B4-BE49-F238E27FC236}">
                <a16:creationId xmlns:a16="http://schemas.microsoft.com/office/drawing/2014/main" id="{37465FD9-9EC2-17CD-84C7-C4D6A72E92FF}"/>
              </a:ext>
            </a:extLst>
          </p:cNvPr>
          <p:cNvSpPr/>
          <p:nvPr/>
        </p:nvSpPr>
        <p:spPr>
          <a:xfrm rot="16481">
            <a:off x="-3909384" y="6759487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835;p25">
            <a:extLst>
              <a:ext uri="{FF2B5EF4-FFF2-40B4-BE49-F238E27FC236}">
                <a16:creationId xmlns:a16="http://schemas.microsoft.com/office/drawing/2014/main" id="{C9D197B5-214B-D055-11D9-B69BADAFD5CF}"/>
              </a:ext>
            </a:extLst>
          </p:cNvPr>
          <p:cNvSpPr/>
          <p:nvPr/>
        </p:nvSpPr>
        <p:spPr>
          <a:xfrm rot="16481">
            <a:off x="-2537800" y="676606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836;p25">
            <a:extLst>
              <a:ext uri="{FF2B5EF4-FFF2-40B4-BE49-F238E27FC236}">
                <a16:creationId xmlns:a16="http://schemas.microsoft.com/office/drawing/2014/main" id="{9A641C7E-CB48-F90E-668E-87BC844E2596}"/>
              </a:ext>
            </a:extLst>
          </p:cNvPr>
          <p:cNvSpPr/>
          <p:nvPr/>
        </p:nvSpPr>
        <p:spPr>
          <a:xfrm rot="16481">
            <a:off x="-1166215" y="6772637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837;p25">
            <a:extLst>
              <a:ext uri="{FF2B5EF4-FFF2-40B4-BE49-F238E27FC236}">
                <a16:creationId xmlns:a16="http://schemas.microsoft.com/office/drawing/2014/main" id="{997C8AC0-D198-8F3B-0469-068C743CAE8A}"/>
              </a:ext>
            </a:extLst>
          </p:cNvPr>
          <p:cNvSpPr/>
          <p:nvPr/>
        </p:nvSpPr>
        <p:spPr>
          <a:xfrm rot="16481">
            <a:off x="205368" y="6779213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838;p25">
            <a:extLst>
              <a:ext uri="{FF2B5EF4-FFF2-40B4-BE49-F238E27FC236}">
                <a16:creationId xmlns:a16="http://schemas.microsoft.com/office/drawing/2014/main" id="{89283B31-E7A0-8DB1-5E06-794CD095020B}"/>
              </a:ext>
            </a:extLst>
          </p:cNvPr>
          <p:cNvSpPr/>
          <p:nvPr/>
        </p:nvSpPr>
        <p:spPr>
          <a:xfrm rot="16481">
            <a:off x="-3915960" y="813107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839;p25">
            <a:extLst>
              <a:ext uri="{FF2B5EF4-FFF2-40B4-BE49-F238E27FC236}">
                <a16:creationId xmlns:a16="http://schemas.microsoft.com/office/drawing/2014/main" id="{DE43C70C-BA49-0003-C338-D36BF3E5DDDE}"/>
              </a:ext>
            </a:extLst>
          </p:cNvPr>
          <p:cNvSpPr/>
          <p:nvPr/>
        </p:nvSpPr>
        <p:spPr>
          <a:xfrm rot="16481">
            <a:off x="-2544375" y="813764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840;p25">
            <a:extLst>
              <a:ext uri="{FF2B5EF4-FFF2-40B4-BE49-F238E27FC236}">
                <a16:creationId xmlns:a16="http://schemas.microsoft.com/office/drawing/2014/main" id="{73252D53-9BD9-2330-B23B-41F6A87B3ED3}"/>
              </a:ext>
            </a:extLst>
          </p:cNvPr>
          <p:cNvSpPr/>
          <p:nvPr/>
        </p:nvSpPr>
        <p:spPr>
          <a:xfrm rot="16481">
            <a:off x="-1172791" y="814422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841;p25">
            <a:extLst>
              <a:ext uri="{FF2B5EF4-FFF2-40B4-BE49-F238E27FC236}">
                <a16:creationId xmlns:a16="http://schemas.microsoft.com/office/drawing/2014/main" id="{2C5E891D-85B8-7D16-BAC0-6E5812A4A713}"/>
              </a:ext>
            </a:extLst>
          </p:cNvPr>
          <p:cNvSpPr/>
          <p:nvPr/>
        </p:nvSpPr>
        <p:spPr>
          <a:xfrm rot="16481">
            <a:off x="198793" y="8150797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842;p25">
            <a:extLst>
              <a:ext uri="{FF2B5EF4-FFF2-40B4-BE49-F238E27FC236}">
                <a16:creationId xmlns:a16="http://schemas.microsoft.com/office/drawing/2014/main" id="{B7758C3F-EADF-D360-9BE9-A85D2C31B707}"/>
              </a:ext>
            </a:extLst>
          </p:cNvPr>
          <p:cNvSpPr/>
          <p:nvPr/>
        </p:nvSpPr>
        <p:spPr>
          <a:xfrm rot="16481">
            <a:off x="-3922535" y="9502655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843;p25">
            <a:extLst>
              <a:ext uri="{FF2B5EF4-FFF2-40B4-BE49-F238E27FC236}">
                <a16:creationId xmlns:a16="http://schemas.microsoft.com/office/drawing/2014/main" id="{FAF043FE-1F77-024D-99C9-23DD23D40031}"/>
              </a:ext>
            </a:extLst>
          </p:cNvPr>
          <p:cNvSpPr/>
          <p:nvPr/>
        </p:nvSpPr>
        <p:spPr>
          <a:xfrm rot="16481">
            <a:off x="-2550951" y="9509230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844;p25">
            <a:extLst>
              <a:ext uri="{FF2B5EF4-FFF2-40B4-BE49-F238E27FC236}">
                <a16:creationId xmlns:a16="http://schemas.microsoft.com/office/drawing/2014/main" id="{D85BC0BD-5A82-DE6E-195A-7222457E0F53}"/>
              </a:ext>
            </a:extLst>
          </p:cNvPr>
          <p:cNvSpPr/>
          <p:nvPr/>
        </p:nvSpPr>
        <p:spPr>
          <a:xfrm rot="16481">
            <a:off x="-1179367" y="951580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845;p25">
            <a:extLst>
              <a:ext uri="{FF2B5EF4-FFF2-40B4-BE49-F238E27FC236}">
                <a16:creationId xmlns:a16="http://schemas.microsoft.com/office/drawing/2014/main" id="{FA44D9CE-BF9A-94FC-8B87-1724B3A5FC6F}"/>
              </a:ext>
            </a:extLst>
          </p:cNvPr>
          <p:cNvSpPr/>
          <p:nvPr/>
        </p:nvSpPr>
        <p:spPr>
          <a:xfrm rot="16481">
            <a:off x="192218" y="952238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846;p25">
            <a:extLst>
              <a:ext uri="{FF2B5EF4-FFF2-40B4-BE49-F238E27FC236}">
                <a16:creationId xmlns:a16="http://schemas.microsoft.com/office/drawing/2014/main" id="{32EAA782-983F-7C50-EC45-DC5C8840937D}"/>
              </a:ext>
            </a:extLst>
          </p:cNvPr>
          <p:cNvSpPr/>
          <p:nvPr/>
        </p:nvSpPr>
        <p:spPr>
          <a:xfrm rot="16481">
            <a:off x="-3929110" y="10874239"/>
            <a:ext cx="1371600" cy="1371600"/>
          </a:xfrm>
          <a:prstGeom prst="rect">
            <a:avLst/>
          </a:prstGeom>
          <a:solidFill>
            <a:srgbClr val="18545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847;p25">
            <a:extLst>
              <a:ext uri="{FF2B5EF4-FFF2-40B4-BE49-F238E27FC236}">
                <a16:creationId xmlns:a16="http://schemas.microsoft.com/office/drawing/2014/main" id="{522C1D2A-6A6E-5FD0-3316-3DC3E348F0EC}"/>
              </a:ext>
            </a:extLst>
          </p:cNvPr>
          <p:cNvSpPr/>
          <p:nvPr/>
        </p:nvSpPr>
        <p:spPr>
          <a:xfrm rot="16481">
            <a:off x="-2557527" y="10880815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848;p25">
            <a:extLst>
              <a:ext uri="{FF2B5EF4-FFF2-40B4-BE49-F238E27FC236}">
                <a16:creationId xmlns:a16="http://schemas.microsoft.com/office/drawing/2014/main" id="{44D98E60-3D57-7A90-1005-B5B15997C47B}"/>
              </a:ext>
            </a:extLst>
          </p:cNvPr>
          <p:cNvSpPr/>
          <p:nvPr/>
        </p:nvSpPr>
        <p:spPr>
          <a:xfrm rot="16481">
            <a:off x="-1185942" y="10887390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849;p25">
            <a:extLst>
              <a:ext uri="{FF2B5EF4-FFF2-40B4-BE49-F238E27FC236}">
                <a16:creationId xmlns:a16="http://schemas.microsoft.com/office/drawing/2014/main" id="{B2D08C53-97F0-FD99-8DF4-237B1D19441E}"/>
              </a:ext>
            </a:extLst>
          </p:cNvPr>
          <p:cNvSpPr/>
          <p:nvPr/>
        </p:nvSpPr>
        <p:spPr>
          <a:xfrm rot="16481">
            <a:off x="185642" y="10893965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850;p25">
            <a:extLst>
              <a:ext uri="{FF2B5EF4-FFF2-40B4-BE49-F238E27FC236}">
                <a16:creationId xmlns:a16="http://schemas.microsoft.com/office/drawing/2014/main" id="{E4EB42FE-1974-3E7E-7411-0CD108F49110}"/>
              </a:ext>
            </a:extLst>
          </p:cNvPr>
          <p:cNvSpPr/>
          <p:nvPr/>
        </p:nvSpPr>
        <p:spPr>
          <a:xfrm rot="16481">
            <a:off x="205368" y="6779213"/>
            <a:ext cx="1371600" cy="1371600"/>
          </a:xfrm>
          <a:prstGeom prst="rtTriangle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851;p25">
            <a:extLst>
              <a:ext uri="{FF2B5EF4-FFF2-40B4-BE49-F238E27FC236}">
                <a16:creationId xmlns:a16="http://schemas.microsoft.com/office/drawing/2014/main" id="{DB507BC8-BFB6-E1F4-0B4E-C3338B2EE9E3}"/>
              </a:ext>
            </a:extLst>
          </p:cNvPr>
          <p:cNvSpPr/>
          <p:nvPr/>
        </p:nvSpPr>
        <p:spPr>
          <a:xfrm rot="10816481">
            <a:off x="205368" y="6779213"/>
            <a:ext cx="1371600" cy="1371600"/>
          </a:xfrm>
          <a:prstGeom prst="rtTriangle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852;p25">
            <a:extLst>
              <a:ext uri="{FF2B5EF4-FFF2-40B4-BE49-F238E27FC236}">
                <a16:creationId xmlns:a16="http://schemas.microsoft.com/office/drawing/2014/main" id="{E50BE4B7-1C94-F4A8-1AA4-99B1D7B4974A}"/>
              </a:ext>
            </a:extLst>
          </p:cNvPr>
          <p:cNvSpPr/>
          <p:nvPr/>
        </p:nvSpPr>
        <p:spPr>
          <a:xfrm rot="16481">
            <a:off x="-3915960" y="8131070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853;p25">
            <a:extLst>
              <a:ext uri="{FF2B5EF4-FFF2-40B4-BE49-F238E27FC236}">
                <a16:creationId xmlns:a16="http://schemas.microsoft.com/office/drawing/2014/main" id="{DF25CB15-A19C-2AC0-FDAD-CD40BBF5CDF2}"/>
              </a:ext>
            </a:extLst>
          </p:cNvPr>
          <p:cNvSpPr/>
          <p:nvPr/>
        </p:nvSpPr>
        <p:spPr>
          <a:xfrm rot="10816481">
            <a:off x="-3915960" y="8131070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854;p25">
            <a:extLst>
              <a:ext uri="{FF2B5EF4-FFF2-40B4-BE49-F238E27FC236}">
                <a16:creationId xmlns:a16="http://schemas.microsoft.com/office/drawing/2014/main" id="{82DC71EF-CB25-3176-F218-7385A3047C33}"/>
              </a:ext>
            </a:extLst>
          </p:cNvPr>
          <p:cNvSpPr/>
          <p:nvPr/>
        </p:nvSpPr>
        <p:spPr>
          <a:xfrm rot="16481">
            <a:off x="-2557527" y="10880813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855;p25">
            <a:extLst>
              <a:ext uri="{FF2B5EF4-FFF2-40B4-BE49-F238E27FC236}">
                <a16:creationId xmlns:a16="http://schemas.microsoft.com/office/drawing/2014/main" id="{3EED61F4-A1A9-22CE-B510-0E4436671F75}"/>
              </a:ext>
            </a:extLst>
          </p:cNvPr>
          <p:cNvSpPr/>
          <p:nvPr/>
        </p:nvSpPr>
        <p:spPr>
          <a:xfrm rot="10816481">
            <a:off x="-2557527" y="10880813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834;p25">
            <a:extLst>
              <a:ext uri="{FF2B5EF4-FFF2-40B4-BE49-F238E27FC236}">
                <a16:creationId xmlns:a16="http://schemas.microsoft.com/office/drawing/2014/main" id="{36A297D7-61F8-5910-00C3-9A5EA7E618E8}"/>
              </a:ext>
            </a:extLst>
          </p:cNvPr>
          <p:cNvSpPr/>
          <p:nvPr/>
        </p:nvSpPr>
        <p:spPr>
          <a:xfrm rot="16481">
            <a:off x="1977954" y="6911887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835;p25">
            <a:extLst>
              <a:ext uri="{FF2B5EF4-FFF2-40B4-BE49-F238E27FC236}">
                <a16:creationId xmlns:a16="http://schemas.microsoft.com/office/drawing/2014/main" id="{3396F4F3-AF9F-6504-050B-F7AAA80EC5A5}"/>
              </a:ext>
            </a:extLst>
          </p:cNvPr>
          <p:cNvSpPr/>
          <p:nvPr/>
        </p:nvSpPr>
        <p:spPr>
          <a:xfrm rot="16481">
            <a:off x="3349538" y="691846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836;p25">
            <a:extLst>
              <a:ext uri="{FF2B5EF4-FFF2-40B4-BE49-F238E27FC236}">
                <a16:creationId xmlns:a16="http://schemas.microsoft.com/office/drawing/2014/main" id="{EA913721-90F9-BDD1-7DD6-5D4B052076CF}"/>
              </a:ext>
            </a:extLst>
          </p:cNvPr>
          <p:cNvSpPr/>
          <p:nvPr/>
        </p:nvSpPr>
        <p:spPr>
          <a:xfrm rot="16481">
            <a:off x="4721123" y="6925037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837;p25">
            <a:extLst>
              <a:ext uri="{FF2B5EF4-FFF2-40B4-BE49-F238E27FC236}">
                <a16:creationId xmlns:a16="http://schemas.microsoft.com/office/drawing/2014/main" id="{2024CCA8-DABB-378C-18DC-DCBF5BFFD348}"/>
              </a:ext>
            </a:extLst>
          </p:cNvPr>
          <p:cNvSpPr/>
          <p:nvPr/>
        </p:nvSpPr>
        <p:spPr>
          <a:xfrm rot="16481">
            <a:off x="6092706" y="6931613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838;p25">
            <a:extLst>
              <a:ext uri="{FF2B5EF4-FFF2-40B4-BE49-F238E27FC236}">
                <a16:creationId xmlns:a16="http://schemas.microsoft.com/office/drawing/2014/main" id="{6274CFF7-61A7-DD5A-7FCE-CA79716FF441}"/>
              </a:ext>
            </a:extLst>
          </p:cNvPr>
          <p:cNvSpPr/>
          <p:nvPr/>
        </p:nvSpPr>
        <p:spPr>
          <a:xfrm rot="16481">
            <a:off x="1971378" y="828347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839;p25">
            <a:extLst>
              <a:ext uri="{FF2B5EF4-FFF2-40B4-BE49-F238E27FC236}">
                <a16:creationId xmlns:a16="http://schemas.microsoft.com/office/drawing/2014/main" id="{70EC18DD-A6B8-B9A5-A25D-9BE2A21E9BC7}"/>
              </a:ext>
            </a:extLst>
          </p:cNvPr>
          <p:cNvSpPr/>
          <p:nvPr/>
        </p:nvSpPr>
        <p:spPr>
          <a:xfrm rot="16481">
            <a:off x="3342963" y="829004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840;p25">
            <a:extLst>
              <a:ext uri="{FF2B5EF4-FFF2-40B4-BE49-F238E27FC236}">
                <a16:creationId xmlns:a16="http://schemas.microsoft.com/office/drawing/2014/main" id="{D81338AC-AF70-9287-904A-28B7ECB37808}"/>
              </a:ext>
            </a:extLst>
          </p:cNvPr>
          <p:cNvSpPr/>
          <p:nvPr/>
        </p:nvSpPr>
        <p:spPr>
          <a:xfrm rot="16481">
            <a:off x="4714547" y="829662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841;p25">
            <a:extLst>
              <a:ext uri="{FF2B5EF4-FFF2-40B4-BE49-F238E27FC236}">
                <a16:creationId xmlns:a16="http://schemas.microsoft.com/office/drawing/2014/main" id="{F72D067C-2A98-9048-5B11-674DC8E0BC6F}"/>
              </a:ext>
            </a:extLst>
          </p:cNvPr>
          <p:cNvSpPr/>
          <p:nvPr/>
        </p:nvSpPr>
        <p:spPr>
          <a:xfrm rot="16481">
            <a:off x="6086131" y="8303197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842;p25">
            <a:extLst>
              <a:ext uri="{FF2B5EF4-FFF2-40B4-BE49-F238E27FC236}">
                <a16:creationId xmlns:a16="http://schemas.microsoft.com/office/drawing/2014/main" id="{A9E00CF7-676A-E245-1B43-B2EA25C0B80E}"/>
              </a:ext>
            </a:extLst>
          </p:cNvPr>
          <p:cNvSpPr/>
          <p:nvPr/>
        </p:nvSpPr>
        <p:spPr>
          <a:xfrm rot="16481">
            <a:off x="1964803" y="9655055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843;p25">
            <a:extLst>
              <a:ext uri="{FF2B5EF4-FFF2-40B4-BE49-F238E27FC236}">
                <a16:creationId xmlns:a16="http://schemas.microsoft.com/office/drawing/2014/main" id="{0C241914-6904-3CAE-EFDC-A7483715CE0D}"/>
              </a:ext>
            </a:extLst>
          </p:cNvPr>
          <p:cNvSpPr/>
          <p:nvPr/>
        </p:nvSpPr>
        <p:spPr>
          <a:xfrm rot="16481">
            <a:off x="3336387" y="9661630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844;p25">
            <a:extLst>
              <a:ext uri="{FF2B5EF4-FFF2-40B4-BE49-F238E27FC236}">
                <a16:creationId xmlns:a16="http://schemas.microsoft.com/office/drawing/2014/main" id="{B33CB0F2-F168-4740-4313-14EE56D77BA8}"/>
              </a:ext>
            </a:extLst>
          </p:cNvPr>
          <p:cNvSpPr/>
          <p:nvPr/>
        </p:nvSpPr>
        <p:spPr>
          <a:xfrm rot="16481">
            <a:off x="4707971" y="9668206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845;p25">
            <a:extLst>
              <a:ext uri="{FF2B5EF4-FFF2-40B4-BE49-F238E27FC236}">
                <a16:creationId xmlns:a16="http://schemas.microsoft.com/office/drawing/2014/main" id="{1F69EA24-4EB7-0F3F-6199-CFF9805499C6}"/>
              </a:ext>
            </a:extLst>
          </p:cNvPr>
          <p:cNvSpPr/>
          <p:nvPr/>
        </p:nvSpPr>
        <p:spPr>
          <a:xfrm rot="16481">
            <a:off x="6079556" y="967478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846;p25">
            <a:extLst>
              <a:ext uri="{FF2B5EF4-FFF2-40B4-BE49-F238E27FC236}">
                <a16:creationId xmlns:a16="http://schemas.microsoft.com/office/drawing/2014/main" id="{280E60E0-614A-B563-EB24-85D6A4EF1194}"/>
              </a:ext>
            </a:extLst>
          </p:cNvPr>
          <p:cNvSpPr/>
          <p:nvPr/>
        </p:nvSpPr>
        <p:spPr>
          <a:xfrm rot="16481">
            <a:off x="1958228" y="11026639"/>
            <a:ext cx="1371600" cy="1371600"/>
          </a:xfrm>
          <a:prstGeom prst="rect">
            <a:avLst/>
          </a:prstGeom>
          <a:solidFill>
            <a:srgbClr val="18545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847;p25">
            <a:extLst>
              <a:ext uri="{FF2B5EF4-FFF2-40B4-BE49-F238E27FC236}">
                <a16:creationId xmlns:a16="http://schemas.microsoft.com/office/drawing/2014/main" id="{EC35E824-5C23-1A29-B04F-DAF66BBDF15F}"/>
              </a:ext>
            </a:extLst>
          </p:cNvPr>
          <p:cNvSpPr/>
          <p:nvPr/>
        </p:nvSpPr>
        <p:spPr>
          <a:xfrm rot="16481">
            <a:off x="3329811" y="11033215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848;p25">
            <a:extLst>
              <a:ext uri="{FF2B5EF4-FFF2-40B4-BE49-F238E27FC236}">
                <a16:creationId xmlns:a16="http://schemas.microsoft.com/office/drawing/2014/main" id="{7E7FC1E2-28C6-DBF9-A0F8-BE2F5ABCA935}"/>
              </a:ext>
            </a:extLst>
          </p:cNvPr>
          <p:cNvSpPr/>
          <p:nvPr/>
        </p:nvSpPr>
        <p:spPr>
          <a:xfrm rot="16481">
            <a:off x="4701396" y="11039790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849;p25">
            <a:extLst>
              <a:ext uri="{FF2B5EF4-FFF2-40B4-BE49-F238E27FC236}">
                <a16:creationId xmlns:a16="http://schemas.microsoft.com/office/drawing/2014/main" id="{674FEE95-B499-9405-5CAB-307189C6684D}"/>
              </a:ext>
            </a:extLst>
          </p:cNvPr>
          <p:cNvSpPr/>
          <p:nvPr/>
        </p:nvSpPr>
        <p:spPr>
          <a:xfrm rot="16481">
            <a:off x="6072980" y="11046365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850;p25">
            <a:extLst>
              <a:ext uri="{FF2B5EF4-FFF2-40B4-BE49-F238E27FC236}">
                <a16:creationId xmlns:a16="http://schemas.microsoft.com/office/drawing/2014/main" id="{1C18E39C-4B26-10D2-F7ED-ED4E33E9C78B}"/>
              </a:ext>
            </a:extLst>
          </p:cNvPr>
          <p:cNvSpPr/>
          <p:nvPr/>
        </p:nvSpPr>
        <p:spPr>
          <a:xfrm rot="16481">
            <a:off x="6092706" y="6931613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851;p25">
            <a:extLst>
              <a:ext uri="{FF2B5EF4-FFF2-40B4-BE49-F238E27FC236}">
                <a16:creationId xmlns:a16="http://schemas.microsoft.com/office/drawing/2014/main" id="{F4BE0965-0FB3-CCA8-6F58-4AD526A67DD3}"/>
              </a:ext>
            </a:extLst>
          </p:cNvPr>
          <p:cNvSpPr/>
          <p:nvPr/>
        </p:nvSpPr>
        <p:spPr>
          <a:xfrm rot="10816481">
            <a:off x="6092706" y="6931613"/>
            <a:ext cx="1371600" cy="1371600"/>
          </a:xfrm>
          <a:prstGeom prst="rtTriangle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852;p25">
            <a:extLst>
              <a:ext uri="{FF2B5EF4-FFF2-40B4-BE49-F238E27FC236}">
                <a16:creationId xmlns:a16="http://schemas.microsoft.com/office/drawing/2014/main" id="{9EAF56D5-2A8C-E413-A509-BCD5A58A8A2D}"/>
              </a:ext>
            </a:extLst>
          </p:cNvPr>
          <p:cNvSpPr/>
          <p:nvPr/>
        </p:nvSpPr>
        <p:spPr>
          <a:xfrm rot="16481">
            <a:off x="1971378" y="8283470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853;p25">
            <a:extLst>
              <a:ext uri="{FF2B5EF4-FFF2-40B4-BE49-F238E27FC236}">
                <a16:creationId xmlns:a16="http://schemas.microsoft.com/office/drawing/2014/main" id="{106FE086-E643-35EE-61B6-265A75FFB5E7}"/>
              </a:ext>
            </a:extLst>
          </p:cNvPr>
          <p:cNvSpPr/>
          <p:nvPr/>
        </p:nvSpPr>
        <p:spPr>
          <a:xfrm rot="10816481">
            <a:off x="1971378" y="8283470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854;p25">
            <a:extLst>
              <a:ext uri="{FF2B5EF4-FFF2-40B4-BE49-F238E27FC236}">
                <a16:creationId xmlns:a16="http://schemas.microsoft.com/office/drawing/2014/main" id="{6E3299F4-CB6A-06C3-64FA-763177B53EC1}"/>
              </a:ext>
            </a:extLst>
          </p:cNvPr>
          <p:cNvSpPr/>
          <p:nvPr/>
        </p:nvSpPr>
        <p:spPr>
          <a:xfrm rot="16481">
            <a:off x="3329811" y="11033213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855;p25">
            <a:extLst>
              <a:ext uri="{FF2B5EF4-FFF2-40B4-BE49-F238E27FC236}">
                <a16:creationId xmlns:a16="http://schemas.microsoft.com/office/drawing/2014/main" id="{D2553686-192F-8560-47EF-329A422F923A}"/>
              </a:ext>
            </a:extLst>
          </p:cNvPr>
          <p:cNvSpPr/>
          <p:nvPr/>
        </p:nvSpPr>
        <p:spPr>
          <a:xfrm rot="10816481">
            <a:off x="3329811" y="11033213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834;p25">
            <a:extLst>
              <a:ext uri="{FF2B5EF4-FFF2-40B4-BE49-F238E27FC236}">
                <a16:creationId xmlns:a16="http://schemas.microsoft.com/office/drawing/2014/main" id="{07DCF8CB-87ED-2D78-A2B5-28A8EFCF8E75}"/>
              </a:ext>
            </a:extLst>
          </p:cNvPr>
          <p:cNvSpPr/>
          <p:nvPr/>
        </p:nvSpPr>
        <p:spPr>
          <a:xfrm rot="16481">
            <a:off x="8060803" y="688558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835;p25">
            <a:extLst>
              <a:ext uri="{FF2B5EF4-FFF2-40B4-BE49-F238E27FC236}">
                <a16:creationId xmlns:a16="http://schemas.microsoft.com/office/drawing/2014/main" id="{FFEDBF52-8F1C-99F6-CF93-D8E312630CC8}"/>
              </a:ext>
            </a:extLst>
          </p:cNvPr>
          <p:cNvSpPr/>
          <p:nvPr/>
        </p:nvSpPr>
        <p:spPr>
          <a:xfrm rot="16481">
            <a:off x="9432387" y="6892159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836;p25">
            <a:extLst>
              <a:ext uri="{FF2B5EF4-FFF2-40B4-BE49-F238E27FC236}">
                <a16:creationId xmlns:a16="http://schemas.microsoft.com/office/drawing/2014/main" id="{C36AF54D-2D03-5303-6533-2F52CC694689}"/>
              </a:ext>
            </a:extLst>
          </p:cNvPr>
          <p:cNvSpPr/>
          <p:nvPr/>
        </p:nvSpPr>
        <p:spPr>
          <a:xfrm rot="16481">
            <a:off x="10803972" y="689873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837;p25">
            <a:extLst>
              <a:ext uri="{FF2B5EF4-FFF2-40B4-BE49-F238E27FC236}">
                <a16:creationId xmlns:a16="http://schemas.microsoft.com/office/drawing/2014/main" id="{CE63BCF0-B990-AA30-FAF9-F71B7189C74C}"/>
              </a:ext>
            </a:extLst>
          </p:cNvPr>
          <p:cNvSpPr/>
          <p:nvPr/>
        </p:nvSpPr>
        <p:spPr>
          <a:xfrm rot="16481">
            <a:off x="12175555" y="690531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838;p25">
            <a:extLst>
              <a:ext uri="{FF2B5EF4-FFF2-40B4-BE49-F238E27FC236}">
                <a16:creationId xmlns:a16="http://schemas.microsoft.com/office/drawing/2014/main" id="{5A8D03C5-3A52-DA4A-4CF5-5F2BA5F5354E}"/>
              </a:ext>
            </a:extLst>
          </p:cNvPr>
          <p:cNvSpPr/>
          <p:nvPr/>
        </p:nvSpPr>
        <p:spPr>
          <a:xfrm rot="16481">
            <a:off x="8054227" y="8257167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839;p25">
            <a:extLst>
              <a:ext uri="{FF2B5EF4-FFF2-40B4-BE49-F238E27FC236}">
                <a16:creationId xmlns:a16="http://schemas.microsoft.com/office/drawing/2014/main" id="{2DCF820B-CB1B-3B16-9C3B-14EEA572E75D}"/>
              </a:ext>
            </a:extLst>
          </p:cNvPr>
          <p:cNvSpPr/>
          <p:nvPr/>
        </p:nvSpPr>
        <p:spPr>
          <a:xfrm rot="16481">
            <a:off x="9425812" y="8263743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840;p25">
            <a:extLst>
              <a:ext uri="{FF2B5EF4-FFF2-40B4-BE49-F238E27FC236}">
                <a16:creationId xmlns:a16="http://schemas.microsoft.com/office/drawing/2014/main" id="{83BC892A-C166-2ED4-4896-EDE5F8BA899F}"/>
              </a:ext>
            </a:extLst>
          </p:cNvPr>
          <p:cNvSpPr/>
          <p:nvPr/>
        </p:nvSpPr>
        <p:spPr>
          <a:xfrm rot="16481">
            <a:off x="10797396" y="8270319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841;p25">
            <a:extLst>
              <a:ext uri="{FF2B5EF4-FFF2-40B4-BE49-F238E27FC236}">
                <a16:creationId xmlns:a16="http://schemas.microsoft.com/office/drawing/2014/main" id="{39508EB1-1970-B7E4-AE50-6E9134340061}"/>
              </a:ext>
            </a:extLst>
          </p:cNvPr>
          <p:cNvSpPr/>
          <p:nvPr/>
        </p:nvSpPr>
        <p:spPr>
          <a:xfrm rot="16481">
            <a:off x="12168980" y="8276894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842;p25">
            <a:extLst>
              <a:ext uri="{FF2B5EF4-FFF2-40B4-BE49-F238E27FC236}">
                <a16:creationId xmlns:a16="http://schemas.microsoft.com/office/drawing/2014/main" id="{9B2E703A-55B7-669B-B548-3906D56A3C82}"/>
              </a:ext>
            </a:extLst>
          </p:cNvPr>
          <p:cNvSpPr/>
          <p:nvPr/>
        </p:nvSpPr>
        <p:spPr>
          <a:xfrm rot="16481">
            <a:off x="8047652" y="962875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843;p25">
            <a:extLst>
              <a:ext uri="{FF2B5EF4-FFF2-40B4-BE49-F238E27FC236}">
                <a16:creationId xmlns:a16="http://schemas.microsoft.com/office/drawing/2014/main" id="{4375A8D8-5CDF-E8D8-0B80-6CCFA51BE9EB}"/>
              </a:ext>
            </a:extLst>
          </p:cNvPr>
          <p:cNvSpPr/>
          <p:nvPr/>
        </p:nvSpPr>
        <p:spPr>
          <a:xfrm rot="16481">
            <a:off x="9419236" y="9635327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844;p25">
            <a:extLst>
              <a:ext uri="{FF2B5EF4-FFF2-40B4-BE49-F238E27FC236}">
                <a16:creationId xmlns:a16="http://schemas.microsoft.com/office/drawing/2014/main" id="{68046C14-F962-CEEB-EDD1-7BDEF3C7A4C0}"/>
              </a:ext>
            </a:extLst>
          </p:cNvPr>
          <p:cNvSpPr/>
          <p:nvPr/>
        </p:nvSpPr>
        <p:spPr>
          <a:xfrm rot="16481">
            <a:off x="10790820" y="9641903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845;p25">
            <a:extLst>
              <a:ext uri="{FF2B5EF4-FFF2-40B4-BE49-F238E27FC236}">
                <a16:creationId xmlns:a16="http://schemas.microsoft.com/office/drawing/2014/main" id="{69C4D17A-C905-62C9-D4EA-82AD7449A288}"/>
              </a:ext>
            </a:extLst>
          </p:cNvPr>
          <p:cNvSpPr/>
          <p:nvPr/>
        </p:nvSpPr>
        <p:spPr>
          <a:xfrm rot="16481">
            <a:off x="12162405" y="9648479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846;p25">
            <a:extLst>
              <a:ext uri="{FF2B5EF4-FFF2-40B4-BE49-F238E27FC236}">
                <a16:creationId xmlns:a16="http://schemas.microsoft.com/office/drawing/2014/main" id="{E6FA15FA-347F-7D28-BD3B-41AE35C98CD6}"/>
              </a:ext>
            </a:extLst>
          </p:cNvPr>
          <p:cNvSpPr/>
          <p:nvPr/>
        </p:nvSpPr>
        <p:spPr>
          <a:xfrm rot="16481">
            <a:off x="8041077" y="11000336"/>
            <a:ext cx="1371600" cy="1371600"/>
          </a:xfrm>
          <a:prstGeom prst="rect">
            <a:avLst/>
          </a:prstGeom>
          <a:solidFill>
            <a:srgbClr val="18545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847;p25">
            <a:extLst>
              <a:ext uri="{FF2B5EF4-FFF2-40B4-BE49-F238E27FC236}">
                <a16:creationId xmlns:a16="http://schemas.microsoft.com/office/drawing/2014/main" id="{C2D53BB5-0837-F52B-FB24-72E98F45A0EB}"/>
              </a:ext>
            </a:extLst>
          </p:cNvPr>
          <p:cNvSpPr/>
          <p:nvPr/>
        </p:nvSpPr>
        <p:spPr>
          <a:xfrm rot="16481">
            <a:off x="9412660" y="11006912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848;p25">
            <a:extLst>
              <a:ext uri="{FF2B5EF4-FFF2-40B4-BE49-F238E27FC236}">
                <a16:creationId xmlns:a16="http://schemas.microsoft.com/office/drawing/2014/main" id="{F69004E9-61DE-19B9-6CDC-83AFE80BD1B1}"/>
              </a:ext>
            </a:extLst>
          </p:cNvPr>
          <p:cNvSpPr/>
          <p:nvPr/>
        </p:nvSpPr>
        <p:spPr>
          <a:xfrm rot="16481">
            <a:off x="10784245" y="11013487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849;p25">
            <a:extLst>
              <a:ext uri="{FF2B5EF4-FFF2-40B4-BE49-F238E27FC236}">
                <a16:creationId xmlns:a16="http://schemas.microsoft.com/office/drawing/2014/main" id="{84A439AC-946F-3FED-1D33-FCBCC222EDF2}"/>
              </a:ext>
            </a:extLst>
          </p:cNvPr>
          <p:cNvSpPr/>
          <p:nvPr/>
        </p:nvSpPr>
        <p:spPr>
          <a:xfrm rot="16481">
            <a:off x="12155829" y="11020062"/>
            <a:ext cx="1371600" cy="1371600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850;p25">
            <a:extLst>
              <a:ext uri="{FF2B5EF4-FFF2-40B4-BE49-F238E27FC236}">
                <a16:creationId xmlns:a16="http://schemas.microsoft.com/office/drawing/2014/main" id="{52228BB6-36EA-D265-5164-8FA26F388122}"/>
              </a:ext>
            </a:extLst>
          </p:cNvPr>
          <p:cNvSpPr/>
          <p:nvPr/>
        </p:nvSpPr>
        <p:spPr>
          <a:xfrm rot="16481">
            <a:off x="12175555" y="6905310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851;p25">
            <a:extLst>
              <a:ext uri="{FF2B5EF4-FFF2-40B4-BE49-F238E27FC236}">
                <a16:creationId xmlns:a16="http://schemas.microsoft.com/office/drawing/2014/main" id="{BDEF6832-7046-B232-87F2-0099778E168C}"/>
              </a:ext>
            </a:extLst>
          </p:cNvPr>
          <p:cNvSpPr/>
          <p:nvPr/>
        </p:nvSpPr>
        <p:spPr>
          <a:xfrm rot="10816481">
            <a:off x="12175555" y="6905310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852;p25">
            <a:extLst>
              <a:ext uri="{FF2B5EF4-FFF2-40B4-BE49-F238E27FC236}">
                <a16:creationId xmlns:a16="http://schemas.microsoft.com/office/drawing/2014/main" id="{A16B394D-8AB3-5FFB-D3A3-A4CDE4BE093C}"/>
              </a:ext>
            </a:extLst>
          </p:cNvPr>
          <p:cNvSpPr/>
          <p:nvPr/>
        </p:nvSpPr>
        <p:spPr>
          <a:xfrm rot="16481">
            <a:off x="8054227" y="8257167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853;p25">
            <a:extLst>
              <a:ext uri="{FF2B5EF4-FFF2-40B4-BE49-F238E27FC236}">
                <a16:creationId xmlns:a16="http://schemas.microsoft.com/office/drawing/2014/main" id="{D8912732-E31E-7438-E29E-6A390247342C}"/>
              </a:ext>
            </a:extLst>
          </p:cNvPr>
          <p:cNvSpPr/>
          <p:nvPr/>
        </p:nvSpPr>
        <p:spPr>
          <a:xfrm rot="10816481">
            <a:off x="8054227" y="8257167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854;p25">
            <a:extLst>
              <a:ext uri="{FF2B5EF4-FFF2-40B4-BE49-F238E27FC236}">
                <a16:creationId xmlns:a16="http://schemas.microsoft.com/office/drawing/2014/main" id="{380BC036-AE73-B707-C4AA-5682CC8AC505}"/>
              </a:ext>
            </a:extLst>
          </p:cNvPr>
          <p:cNvSpPr/>
          <p:nvPr/>
        </p:nvSpPr>
        <p:spPr>
          <a:xfrm rot="16481">
            <a:off x="9412660" y="11006910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855;p25">
            <a:extLst>
              <a:ext uri="{FF2B5EF4-FFF2-40B4-BE49-F238E27FC236}">
                <a16:creationId xmlns:a16="http://schemas.microsoft.com/office/drawing/2014/main" id="{1E6DF911-674E-945B-BE48-3A8228E005E3}"/>
              </a:ext>
            </a:extLst>
          </p:cNvPr>
          <p:cNvSpPr/>
          <p:nvPr/>
        </p:nvSpPr>
        <p:spPr>
          <a:xfrm rot="10816481">
            <a:off x="9412660" y="11006910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1563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&#10;&#10;AI-generated content may be incorrect.">
            <a:extLst>
              <a:ext uri="{FF2B5EF4-FFF2-40B4-BE49-F238E27FC236}">
                <a16:creationId xmlns:a16="http://schemas.microsoft.com/office/drawing/2014/main" id="{408D3612-04E2-652F-444D-4EC57E51E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288" y="1177345"/>
            <a:ext cx="8366312" cy="247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21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34;p25">
            <a:extLst>
              <a:ext uri="{FF2B5EF4-FFF2-40B4-BE49-F238E27FC236}">
                <a16:creationId xmlns:a16="http://schemas.microsoft.com/office/drawing/2014/main" id="{D267BD1A-C536-4538-302C-9C3ED4C2AA03}"/>
              </a:ext>
            </a:extLst>
          </p:cNvPr>
          <p:cNvSpPr/>
          <p:nvPr/>
        </p:nvSpPr>
        <p:spPr>
          <a:xfrm rot="16481">
            <a:off x="3251619" y="522884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35;p25">
            <a:extLst>
              <a:ext uri="{FF2B5EF4-FFF2-40B4-BE49-F238E27FC236}">
                <a16:creationId xmlns:a16="http://schemas.microsoft.com/office/drawing/2014/main" id="{D304C68C-1346-FB7F-E66D-EBAC44E58A04}"/>
              </a:ext>
            </a:extLst>
          </p:cNvPr>
          <p:cNvSpPr/>
          <p:nvPr/>
        </p:nvSpPr>
        <p:spPr>
          <a:xfrm rot="16481">
            <a:off x="4623203" y="529459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36;p25">
            <a:extLst>
              <a:ext uri="{FF2B5EF4-FFF2-40B4-BE49-F238E27FC236}">
                <a16:creationId xmlns:a16="http://schemas.microsoft.com/office/drawing/2014/main" id="{BE115173-CF00-EFBE-9F3E-E3CD6984CD8D}"/>
              </a:ext>
            </a:extLst>
          </p:cNvPr>
          <p:cNvSpPr/>
          <p:nvPr/>
        </p:nvSpPr>
        <p:spPr>
          <a:xfrm rot="16481">
            <a:off x="5994788" y="536034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37;p25">
            <a:extLst>
              <a:ext uri="{FF2B5EF4-FFF2-40B4-BE49-F238E27FC236}">
                <a16:creationId xmlns:a16="http://schemas.microsoft.com/office/drawing/2014/main" id="{FAD64E5D-9CF1-AEB9-8C35-C90BA14CACC9}"/>
              </a:ext>
            </a:extLst>
          </p:cNvPr>
          <p:cNvSpPr/>
          <p:nvPr/>
        </p:nvSpPr>
        <p:spPr>
          <a:xfrm rot="16481">
            <a:off x="7366371" y="54261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838;p25">
            <a:extLst>
              <a:ext uri="{FF2B5EF4-FFF2-40B4-BE49-F238E27FC236}">
                <a16:creationId xmlns:a16="http://schemas.microsoft.com/office/drawing/2014/main" id="{A22D6017-8B05-52A4-D1CB-528A95CDA714}"/>
              </a:ext>
            </a:extLst>
          </p:cNvPr>
          <p:cNvSpPr/>
          <p:nvPr/>
        </p:nvSpPr>
        <p:spPr>
          <a:xfrm rot="16481">
            <a:off x="3245043" y="1894467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839;p25">
            <a:extLst>
              <a:ext uri="{FF2B5EF4-FFF2-40B4-BE49-F238E27FC236}">
                <a16:creationId xmlns:a16="http://schemas.microsoft.com/office/drawing/2014/main" id="{A0E0FDD2-7EEC-00EF-1D18-ACFF72C04250}"/>
              </a:ext>
            </a:extLst>
          </p:cNvPr>
          <p:cNvSpPr/>
          <p:nvPr/>
        </p:nvSpPr>
        <p:spPr>
          <a:xfrm rot="16481">
            <a:off x="4616628" y="1901043"/>
            <a:ext cx="1371600" cy="1371600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40;p25">
            <a:extLst>
              <a:ext uri="{FF2B5EF4-FFF2-40B4-BE49-F238E27FC236}">
                <a16:creationId xmlns:a16="http://schemas.microsoft.com/office/drawing/2014/main" id="{ED4CDC28-F602-1866-4A92-6D737291E799}"/>
              </a:ext>
            </a:extLst>
          </p:cNvPr>
          <p:cNvSpPr/>
          <p:nvPr/>
        </p:nvSpPr>
        <p:spPr>
          <a:xfrm rot="16481">
            <a:off x="5988212" y="1907619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841;p25">
            <a:extLst>
              <a:ext uri="{FF2B5EF4-FFF2-40B4-BE49-F238E27FC236}">
                <a16:creationId xmlns:a16="http://schemas.microsoft.com/office/drawing/2014/main" id="{43F7D2C1-EC79-D167-333F-AB210CC295C1}"/>
              </a:ext>
            </a:extLst>
          </p:cNvPr>
          <p:cNvSpPr/>
          <p:nvPr/>
        </p:nvSpPr>
        <p:spPr>
          <a:xfrm rot="16481">
            <a:off x="7359796" y="1914194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842;p25">
            <a:extLst>
              <a:ext uri="{FF2B5EF4-FFF2-40B4-BE49-F238E27FC236}">
                <a16:creationId xmlns:a16="http://schemas.microsoft.com/office/drawing/2014/main" id="{F92F8A98-04BA-9372-BAB1-00DC9DABA52F}"/>
              </a:ext>
            </a:extLst>
          </p:cNvPr>
          <p:cNvSpPr/>
          <p:nvPr/>
        </p:nvSpPr>
        <p:spPr>
          <a:xfrm rot="16481">
            <a:off x="3238468" y="3266052"/>
            <a:ext cx="1371600" cy="1371600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843;p25">
            <a:extLst>
              <a:ext uri="{FF2B5EF4-FFF2-40B4-BE49-F238E27FC236}">
                <a16:creationId xmlns:a16="http://schemas.microsoft.com/office/drawing/2014/main" id="{592A7B83-02E7-0C8E-FABA-4E8A18A87C95}"/>
              </a:ext>
            </a:extLst>
          </p:cNvPr>
          <p:cNvSpPr/>
          <p:nvPr/>
        </p:nvSpPr>
        <p:spPr>
          <a:xfrm rot="16481">
            <a:off x="4610052" y="3272627"/>
            <a:ext cx="1371600" cy="1371600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844;p25">
            <a:extLst>
              <a:ext uri="{FF2B5EF4-FFF2-40B4-BE49-F238E27FC236}">
                <a16:creationId xmlns:a16="http://schemas.microsoft.com/office/drawing/2014/main" id="{A045E71A-0D88-24BA-E659-821A0E09348B}"/>
              </a:ext>
            </a:extLst>
          </p:cNvPr>
          <p:cNvSpPr/>
          <p:nvPr/>
        </p:nvSpPr>
        <p:spPr>
          <a:xfrm rot="16481">
            <a:off x="5981636" y="3279203"/>
            <a:ext cx="1371600" cy="1371600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845;p25">
            <a:extLst>
              <a:ext uri="{FF2B5EF4-FFF2-40B4-BE49-F238E27FC236}">
                <a16:creationId xmlns:a16="http://schemas.microsoft.com/office/drawing/2014/main" id="{2D3BACE9-4FCF-5201-4AE3-CA7538BF3483}"/>
              </a:ext>
            </a:extLst>
          </p:cNvPr>
          <p:cNvSpPr/>
          <p:nvPr/>
        </p:nvSpPr>
        <p:spPr>
          <a:xfrm rot="16481">
            <a:off x="7353221" y="3285779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846;p25">
            <a:extLst>
              <a:ext uri="{FF2B5EF4-FFF2-40B4-BE49-F238E27FC236}">
                <a16:creationId xmlns:a16="http://schemas.microsoft.com/office/drawing/2014/main" id="{F1D25FEF-23A3-ED17-ED2B-F7E7667F4934}"/>
              </a:ext>
            </a:extLst>
          </p:cNvPr>
          <p:cNvSpPr/>
          <p:nvPr/>
        </p:nvSpPr>
        <p:spPr>
          <a:xfrm rot="16481">
            <a:off x="3231893" y="4637636"/>
            <a:ext cx="1371600" cy="1371600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847;p25">
            <a:extLst>
              <a:ext uri="{FF2B5EF4-FFF2-40B4-BE49-F238E27FC236}">
                <a16:creationId xmlns:a16="http://schemas.microsoft.com/office/drawing/2014/main" id="{F05669A8-64B6-3D53-23B0-22291E3398FD}"/>
              </a:ext>
            </a:extLst>
          </p:cNvPr>
          <p:cNvSpPr/>
          <p:nvPr/>
        </p:nvSpPr>
        <p:spPr>
          <a:xfrm rot="16481">
            <a:off x="4603476" y="4644212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848;p25">
            <a:extLst>
              <a:ext uri="{FF2B5EF4-FFF2-40B4-BE49-F238E27FC236}">
                <a16:creationId xmlns:a16="http://schemas.microsoft.com/office/drawing/2014/main" id="{CA74BC2D-CC92-F45E-7BA5-F5983E3B9CB8}"/>
              </a:ext>
            </a:extLst>
          </p:cNvPr>
          <p:cNvSpPr/>
          <p:nvPr/>
        </p:nvSpPr>
        <p:spPr>
          <a:xfrm rot="16481">
            <a:off x="5975061" y="4650787"/>
            <a:ext cx="1371600" cy="1371600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849;p25">
            <a:extLst>
              <a:ext uri="{FF2B5EF4-FFF2-40B4-BE49-F238E27FC236}">
                <a16:creationId xmlns:a16="http://schemas.microsoft.com/office/drawing/2014/main" id="{CBE717CE-A2BB-507A-F47C-06552B0D744D}"/>
              </a:ext>
            </a:extLst>
          </p:cNvPr>
          <p:cNvSpPr/>
          <p:nvPr/>
        </p:nvSpPr>
        <p:spPr>
          <a:xfrm rot="16481">
            <a:off x="7346645" y="4657362"/>
            <a:ext cx="1371600" cy="1371600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850;p25">
            <a:extLst>
              <a:ext uri="{FF2B5EF4-FFF2-40B4-BE49-F238E27FC236}">
                <a16:creationId xmlns:a16="http://schemas.microsoft.com/office/drawing/2014/main" id="{9E7CF130-B7D9-45D0-B278-E5CCD7EC1CE5}"/>
              </a:ext>
            </a:extLst>
          </p:cNvPr>
          <p:cNvSpPr/>
          <p:nvPr/>
        </p:nvSpPr>
        <p:spPr>
          <a:xfrm rot="16481">
            <a:off x="7366371" y="542610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851;p25">
            <a:extLst>
              <a:ext uri="{FF2B5EF4-FFF2-40B4-BE49-F238E27FC236}">
                <a16:creationId xmlns:a16="http://schemas.microsoft.com/office/drawing/2014/main" id="{25C9EF7E-0B27-1A07-FFCC-E9020E38B9C4}"/>
              </a:ext>
            </a:extLst>
          </p:cNvPr>
          <p:cNvSpPr/>
          <p:nvPr/>
        </p:nvSpPr>
        <p:spPr>
          <a:xfrm rot="10816481">
            <a:off x="7366371" y="542610"/>
            <a:ext cx="1371600" cy="1371600"/>
          </a:xfrm>
          <a:prstGeom prst="rtTriangle">
            <a:avLst/>
          </a:prstGeom>
          <a:solidFill>
            <a:srgbClr val="59D1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852;p25">
            <a:extLst>
              <a:ext uri="{FF2B5EF4-FFF2-40B4-BE49-F238E27FC236}">
                <a16:creationId xmlns:a16="http://schemas.microsoft.com/office/drawing/2014/main" id="{F3BB9EA5-D480-2791-9E1A-BDC78299DAB8}"/>
              </a:ext>
            </a:extLst>
          </p:cNvPr>
          <p:cNvSpPr/>
          <p:nvPr/>
        </p:nvSpPr>
        <p:spPr>
          <a:xfrm rot="16481">
            <a:off x="3245043" y="1894467"/>
            <a:ext cx="1371600" cy="1371600"/>
          </a:xfrm>
          <a:prstGeom prst="rtTriangle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853;p25">
            <a:extLst>
              <a:ext uri="{FF2B5EF4-FFF2-40B4-BE49-F238E27FC236}">
                <a16:creationId xmlns:a16="http://schemas.microsoft.com/office/drawing/2014/main" id="{89C806D1-EDA0-F376-97CD-CFB4DA460B56}"/>
              </a:ext>
            </a:extLst>
          </p:cNvPr>
          <p:cNvSpPr/>
          <p:nvPr/>
        </p:nvSpPr>
        <p:spPr>
          <a:xfrm rot="10816481">
            <a:off x="3245043" y="1894467"/>
            <a:ext cx="1371600" cy="1371600"/>
          </a:xfrm>
          <a:prstGeom prst="rtTriangle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854;p25">
            <a:extLst>
              <a:ext uri="{FF2B5EF4-FFF2-40B4-BE49-F238E27FC236}">
                <a16:creationId xmlns:a16="http://schemas.microsoft.com/office/drawing/2014/main" id="{8285A3A7-E2AA-6305-B099-E1D5F2CF5B96}"/>
              </a:ext>
            </a:extLst>
          </p:cNvPr>
          <p:cNvSpPr/>
          <p:nvPr/>
        </p:nvSpPr>
        <p:spPr>
          <a:xfrm rot="16481">
            <a:off x="4603476" y="4644210"/>
            <a:ext cx="1371600" cy="1371600"/>
          </a:xfrm>
          <a:prstGeom prst="rtTriangle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855;p25">
            <a:extLst>
              <a:ext uri="{FF2B5EF4-FFF2-40B4-BE49-F238E27FC236}">
                <a16:creationId xmlns:a16="http://schemas.microsoft.com/office/drawing/2014/main" id="{D2E14791-AE23-6853-EF6E-4FA25B304A97}"/>
              </a:ext>
            </a:extLst>
          </p:cNvPr>
          <p:cNvSpPr/>
          <p:nvPr/>
        </p:nvSpPr>
        <p:spPr>
          <a:xfrm rot="10816481">
            <a:off x="4603476" y="4644210"/>
            <a:ext cx="1371600" cy="1371600"/>
          </a:xfrm>
          <a:prstGeom prst="rtTriangle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Picture 46" descr="The image is a colorful abstract design featuring a large red square with a smaller blue square in the center.&#10;&#10;AI-generated content may be incorrect.">
            <a:extLst>
              <a:ext uri="{FF2B5EF4-FFF2-40B4-BE49-F238E27FC236}">
                <a16:creationId xmlns:a16="http://schemas.microsoft.com/office/drawing/2014/main" id="{4B215E23-11A7-1172-F369-00F7D5CBD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79205">
            <a:off x="8413586" y="-1024008"/>
            <a:ext cx="5517358" cy="551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56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9B9AF404-1DB6-A7F4-D996-373866356643}"/>
              </a:ext>
            </a:extLst>
          </p:cNvPr>
          <p:cNvGrpSpPr/>
          <p:nvPr/>
        </p:nvGrpSpPr>
        <p:grpSpPr>
          <a:xfrm rot="-2700000">
            <a:off x="3749605" y="522885"/>
            <a:ext cx="5506078" cy="5506078"/>
            <a:chOff x="3749605" y="522885"/>
            <a:chExt cx="5506078" cy="5506078"/>
          </a:xfrm>
        </p:grpSpPr>
        <p:sp>
          <p:nvSpPr>
            <p:cNvPr id="3" name="Google Shape;834;p25">
              <a:extLst>
                <a:ext uri="{FF2B5EF4-FFF2-40B4-BE49-F238E27FC236}">
                  <a16:creationId xmlns:a16="http://schemas.microsoft.com/office/drawing/2014/main" id="{A8230C24-11AC-EE8E-1B29-784E708A3B08}"/>
                </a:ext>
              </a:extLst>
            </p:cNvPr>
            <p:cNvSpPr/>
            <p:nvPr/>
          </p:nvSpPr>
          <p:spPr>
            <a:xfrm rot="16481">
              <a:off x="3769331" y="522885"/>
              <a:ext cx="1371600" cy="1371600"/>
            </a:xfrm>
            <a:prstGeom prst="rect">
              <a:avLst/>
            </a:prstGeom>
            <a:solidFill>
              <a:srgbClr val="C5EC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835;p25">
              <a:extLst>
                <a:ext uri="{FF2B5EF4-FFF2-40B4-BE49-F238E27FC236}">
                  <a16:creationId xmlns:a16="http://schemas.microsoft.com/office/drawing/2014/main" id="{2279D8A3-0124-1CFD-5FE2-6E83605665EA}"/>
                </a:ext>
              </a:extLst>
            </p:cNvPr>
            <p:cNvSpPr/>
            <p:nvPr/>
          </p:nvSpPr>
          <p:spPr>
            <a:xfrm rot="16481">
              <a:off x="5140915" y="529460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836;p25">
              <a:extLst>
                <a:ext uri="{FF2B5EF4-FFF2-40B4-BE49-F238E27FC236}">
                  <a16:creationId xmlns:a16="http://schemas.microsoft.com/office/drawing/2014/main" id="{9B88CD5C-F535-206E-1088-1F93760F76EE}"/>
                </a:ext>
              </a:extLst>
            </p:cNvPr>
            <p:cNvSpPr/>
            <p:nvPr/>
          </p:nvSpPr>
          <p:spPr>
            <a:xfrm rot="16481">
              <a:off x="6512500" y="536035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837;p25">
              <a:extLst>
                <a:ext uri="{FF2B5EF4-FFF2-40B4-BE49-F238E27FC236}">
                  <a16:creationId xmlns:a16="http://schemas.microsoft.com/office/drawing/2014/main" id="{4B872557-AF6E-E4CC-1E57-F1AD8FE65F5A}"/>
                </a:ext>
              </a:extLst>
            </p:cNvPr>
            <p:cNvSpPr/>
            <p:nvPr/>
          </p:nvSpPr>
          <p:spPr>
            <a:xfrm rot="16481">
              <a:off x="7884083" y="542611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838;p25">
              <a:extLst>
                <a:ext uri="{FF2B5EF4-FFF2-40B4-BE49-F238E27FC236}">
                  <a16:creationId xmlns:a16="http://schemas.microsoft.com/office/drawing/2014/main" id="{E332F264-7131-429C-EB4C-9C9CB7A9315D}"/>
                </a:ext>
              </a:extLst>
            </p:cNvPr>
            <p:cNvSpPr/>
            <p:nvPr/>
          </p:nvSpPr>
          <p:spPr>
            <a:xfrm rot="16481">
              <a:off x="3762755" y="1894468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839;p25">
              <a:extLst>
                <a:ext uri="{FF2B5EF4-FFF2-40B4-BE49-F238E27FC236}">
                  <a16:creationId xmlns:a16="http://schemas.microsoft.com/office/drawing/2014/main" id="{7DEC903A-6A8D-A7DE-5A3D-88632A3DD6FE}"/>
                </a:ext>
              </a:extLst>
            </p:cNvPr>
            <p:cNvSpPr/>
            <p:nvPr/>
          </p:nvSpPr>
          <p:spPr>
            <a:xfrm rot="16481">
              <a:off x="5134340" y="1901044"/>
              <a:ext cx="1371600" cy="1371600"/>
            </a:xfrm>
            <a:prstGeom prst="rect">
              <a:avLst/>
            </a:prstGeom>
            <a:solidFill>
              <a:srgbClr val="C5EC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840;p25">
              <a:extLst>
                <a:ext uri="{FF2B5EF4-FFF2-40B4-BE49-F238E27FC236}">
                  <a16:creationId xmlns:a16="http://schemas.microsoft.com/office/drawing/2014/main" id="{61BF9909-7223-8B0D-4464-4BF9FFBB3421}"/>
                </a:ext>
              </a:extLst>
            </p:cNvPr>
            <p:cNvSpPr/>
            <p:nvPr/>
          </p:nvSpPr>
          <p:spPr>
            <a:xfrm rot="16481">
              <a:off x="6505924" y="1907620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841;p25">
              <a:extLst>
                <a:ext uri="{FF2B5EF4-FFF2-40B4-BE49-F238E27FC236}">
                  <a16:creationId xmlns:a16="http://schemas.microsoft.com/office/drawing/2014/main" id="{D2CE4EAF-DB79-2DC7-C735-6E7DF6C1FBDD}"/>
                </a:ext>
              </a:extLst>
            </p:cNvPr>
            <p:cNvSpPr/>
            <p:nvPr/>
          </p:nvSpPr>
          <p:spPr>
            <a:xfrm rot="16481">
              <a:off x="7877508" y="1914195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842;p25">
              <a:extLst>
                <a:ext uri="{FF2B5EF4-FFF2-40B4-BE49-F238E27FC236}">
                  <a16:creationId xmlns:a16="http://schemas.microsoft.com/office/drawing/2014/main" id="{E8E6880B-111E-3596-F8D5-D4789F759105}"/>
                </a:ext>
              </a:extLst>
            </p:cNvPr>
            <p:cNvSpPr/>
            <p:nvPr/>
          </p:nvSpPr>
          <p:spPr>
            <a:xfrm rot="16481">
              <a:off x="3756180" y="3266053"/>
              <a:ext cx="1371600" cy="1371600"/>
            </a:xfrm>
            <a:prstGeom prst="rect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843;p25">
              <a:extLst>
                <a:ext uri="{FF2B5EF4-FFF2-40B4-BE49-F238E27FC236}">
                  <a16:creationId xmlns:a16="http://schemas.microsoft.com/office/drawing/2014/main" id="{C8132518-1F05-7530-C314-78E86A20686F}"/>
                </a:ext>
              </a:extLst>
            </p:cNvPr>
            <p:cNvSpPr/>
            <p:nvPr/>
          </p:nvSpPr>
          <p:spPr>
            <a:xfrm rot="16481">
              <a:off x="5127764" y="3272628"/>
              <a:ext cx="1371600" cy="1371600"/>
            </a:xfrm>
            <a:prstGeom prst="rect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844;p25">
              <a:extLst>
                <a:ext uri="{FF2B5EF4-FFF2-40B4-BE49-F238E27FC236}">
                  <a16:creationId xmlns:a16="http://schemas.microsoft.com/office/drawing/2014/main" id="{F9700B77-4215-9CF5-681A-CDE111C579FB}"/>
                </a:ext>
              </a:extLst>
            </p:cNvPr>
            <p:cNvSpPr/>
            <p:nvPr/>
          </p:nvSpPr>
          <p:spPr>
            <a:xfrm rot="16481">
              <a:off x="6499348" y="3279204"/>
              <a:ext cx="1371600" cy="1371600"/>
            </a:xfrm>
            <a:prstGeom prst="rect">
              <a:avLst/>
            </a:prstGeom>
            <a:solidFill>
              <a:srgbClr val="C5EC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845;p25">
              <a:extLst>
                <a:ext uri="{FF2B5EF4-FFF2-40B4-BE49-F238E27FC236}">
                  <a16:creationId xmlns:a16="http://schemas.microsoft.com/office/drawing/2014/main" id="{489A069B-8F49-818C-F29B-71B4CEA288C4}"/>
                </a:ext>
              </a:extLst>
            </p:cNvPr>
            <p:cNvSpPr/>
            <p:nvPr/>
          </p:nvSpPr>
          <p:spPr>
            <a:xfrm rot="16481">
              <a:off x="7870933" y="3285780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846;p25">
              <a:extLst>
                <a:ext uri="{FF2B5EF4-FFF2-40B4-BE49-F238E27FC236}">
                  <a16:creationId xmlns:a16="http://schemas.microsoft.com/office/drawing/2014/main" id="{27CF9A24-A92F-076E-07E9-F7D507B30921}"/>
                </a:ext>
              </a:extLst>
            </p:cNvPr>
            <p:cNvSpPr/>
            <p:nvPr/>
          </p:nvSpPr>
          <p:spPr>
            <a:xfrm rot="16481">
              <a:off x="3749605" y="4637637"/>
              <a:ext cx="1371600" cy="1371600"/>
            </a:xfrm>
            <a:prstGeom prst="rect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847;p25">
              <a:extLst>
                <a:ext uri="{FF2B5EF4-FFF2-40B4-BE49-F238E27FC236}">
                  <a16:creationId xmlns:a16="http://schemas.microsoft.com/office/drawing/2014/main" id="{5FD59EB7-AA9B-317E-F1EF-A6520928B170}"/>
                </a:ext>
              </a:extLst>
            </p:cNvPr>
            <p:cNvSpPr/>
            <p:nvPr/>
          </p:nvSpPr>
          <p:spPr>
            <a:xfrm rot="16481">
              <a:off x="5121188" y="4644213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848;p25">
              <a:extLst>
                <a:ext uri="{FF2B5EF4-FFF2-40B4-BE49-F238E27FC236}">
                  <a16:creationId xmlns:a16="http://schemas.microsoft.com/office/drawing/2014/main" id="{26CAEDDA-6F6F-F69F-470E-1AB1524ED88A}"/>
                </a:ext>
              </a:extLst>
            </p:cNvPr>
            <p:cNvSpPr/>
            <p:nvPr/>
          </p:nvSpPr>
          <p:spPr>
            <a:xfrm rot="16481">
              <a:off x="6492773" y="4650788"/>
              <a:ext cx="1371600" cy="1371600"/>
            </a:xfrm>
            <a:prstGeom prst="rect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849;p25">
              <a:extLst>
                <a:ext uri="{FF2B5EF4-FFF2-40B4-BE49-F238E27FC236}">
                  <a16:creationId xmlns:a16="http://schemas.microsoft.com/office/drawing/2014/main" id="{04F1CD56-1789-D259-BF34-F8D12CC6B95C}"/>
                </a:ext>
              </a:extLst>
            </p:cNvPr>
            <p:cNvSpPr/>
            <p:nvPr/>
          </p:nvSpPr>
          <p:spPr>
            <a:xfrm rot="16481">
              <a:off x="7864357" y="4657363"/>
              <a:ext cx="1371600" cy="1371600"/>
            </a:xfrm>
            <a:prstGeom prst="rect">
              <a:avLst/>
            </a:prstGeom>
            <a:solidFill>
              <a:srgbClr val="C5EC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850;p25">
              <a:extLst>
                <a:ext uri="{FF2B5EF4-FFF2-40B4-BE49-F238E27FC236}">
                  <a16:creationId xmlns:a16="http://schemas.microsoft.com/office/drawing/2014/main" id="{EC810F38-4863-4934-0C2B-70BE59A8E4D5}"/>
                </a:ext>
              </a:extLst>
            </p:cNvPr>
            <p:cNvSpPr/>
            <p:nvPr/>
          </p:nvSpPr>
          <p:spPr>
            <a:xfrm rot="16481">
              <a:off x="7884083" y="542611"/>
              <a:ext cx="1371600" cy="1371600"/>
            </a:xfrm>
            <a:prstGeom prst="rtTriangle">
              <a:avLst/>
            </a:prstGeom>
            <a:solidFill>
              <a:srgbClr val="FF5B5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851;p25">
              <a:extLst>
                <a:ext uri="{FF2B5EF4-FFF2-40B4-BE49-F238E27FC236}">
                  <a16:creationId xmlns:a16="http://schemas.microsoft.com/office/drawing/2014/main" id="{F95960E0-FB5B-0FA2-B28F-F00B44C68CA2}"/>
                </a:ext>
              </a:extLst>
            </p:cNvPr>
            <p:cNvSpPr/>
            <p:nvPr/>
          </p:nvSpPr>
          <p:spPr>
            <a:xfrm rot="10816481">
              <a:off x="7884083" y="542611"/>
              <a:ext cx="1371600" cy="1371600"/>
            </a:xfrm>
            <a:prstGeom prst="rtTriangle">
              <a:avLst/>
            </a:prstGeom>
            <a:solidFill>
              <a:srgbClr val="FF5B5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852;p25">
              <a:extLst>
                <a:ext uri="{FF2B5EF4-FFF2-40B4-BE49-F238E27FC236}">
                  <a16:creationId xmlns:a16="http://schemas.microsoft.com/office/drawing/2014/main" id="{06A042EB-2040-6A1C-6B97-674D844B2E3B}"/>
                </a:ext>
              </a:extLst>
            </p:cNvPr>
            <p:cNvSpPr/>
            <p:nvPr/>
          </p:nvSpPr>
          <p:spPr>
            <a:xfrm rot="16481">
              <a:off x="3762755" y="1894468"/>
              <a:ext cx="1371600" cy="1371600"/>
            </a:xfrm>
            <a:prstGeom prst="rtTriangle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853;p25">
              <a:extLst>
                <a:ext uri="{FF2B5EF4-FFF2-40B4-BE49-F238E27FC236}">
                  <a16:creationId xmlns:a16="http://schemas.microsoft.com/office/drawing/2014/main" id="{79C8A75F-3C49-620D-12D4-48D6C5446134}"/>
                </a:ext>
              </a:extLst>
            </p:cNvPr>
            <p:cNvSpPr/>
            <p:nvPr/>
          </p:nvSpPr>
          <p:spPr>
            <a:xfrm rot="10816481">
              <a:off x="3762755" y="1894468"/>
              <a:ext cx="1371600" cy="1371600"/>
            </a:xfrm>
            <a:prstGeom prst="rtTriangle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854;p25">
              <a:extLst>
                <a:ext uri="{FF2B5EF4-FFF2-40B4-BE49-F238E27FC236}">
                  <a16:creationId xmlns:a16="http://schemas.microsoft.com/office/drawing/2014/main" id="{00D86028-5992-B26A-0023-EBEF5BA493DE}"/>
                </a:ext>
              </a:extLst>
            </p:cNvPr>
            <p:cNvSpPr/>
            <p:nvPr/>
          </p:nvSpPr>
          <p:spPr>
            <a:xfrm rot="16481">
              <a:off x="5121188" y="4644211"/>
              <a:ext cx="1371600" cy="1371600"/>
            </a:xfrm>
            <a:prstGeom prst="rtTriangle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855;p25">
              <a:extLst>
                <a:ext uri="{FF2B5EF4-FFF2-40B4-BE49-F238E27FC236}">
                  <a16:creationId xmlns:a16="http://schemas.microsoft.com/office/drawing/2014/main" id="{56675E3E-93FD-B15D-4D93-E9BC404B1633}"/>
                </a:ext>
              </a:extLst>
            </p:cNvPr>
            <p:cNvSpPr/>
            <p:nvPr/>
          </p:nvSpPr>
          <p:spPr>
            <a:xfrm rot="10816481">
              <a:off x="5121188" y="4644211"/>
              <a:ext cx="1371600" cy="1371600"/>
            </a:xfrm>
            <a:prstGeom prst="rtTriangle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" name="Picture 47" descr="The image depicts a minimalist, geometric design featuring a triangular shape with alternating shades of pink, teal, and red.&#10;&#10;AI-generated content may be incorrect.">
            <a:extLst>
              <a:ext uri="{FF2B5EF4-FFF2-40B4-BE49-F238E27FC236}">
                <a16:creationId xmlns:a16="http://schemas.microsoft.com/office/drawing/2014/main" id="{ACA9957F-4FF7-A35E-35B1-AE6122706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17077" y="-1909482"/>
            <a:ext cx="6863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28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9426D-F90A-4A15-DA5F-C06E3481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B691F64B-B629-9954-A582-89B3186B7644}"/>
              </a:ext>
            </a:extLst>
          </p:cNvPr>
          <p:cNvGrpSpPr/>
          <p:nvPr/>
        </p:nvGrpSpPr>
        <p:grpSpPr>
          <a:xfrm>
            <a:off x="-3297700" y="-2329780"/>
            <a:ext cx="7190738" cy="7190738"/>
            <a:chOff x="2907275" y="-319445"/>
            <a:chExt cx="7190738" cy="7190738"/>
          </a:xfrm>
        </p:grpSpPr>
        <p:sp>
          <p:nvSpPr>
            <p:cNvPr id="3" name="Google Shape;834;p25">
              <a:extLst>
                <a:ext uri="{FF2B5EF4-FFF2-40B4-BE49-F238E27FC236}">
                  <a16:creationId xmlns:a16="http://schemas.microsoft.com/office/drawing/2014/main" id="{7F09CEE8-7503-D62D-ED23-B9B9BDF803CD}"/>
                </a:ext>
              </a:extLst>
            </p:cNvPr>
            <p:cNvSpPr/>
            <p:nvPr/>
          </p:nvSpPr>
          <p:spPr>
            <a:xfrm rot="18916481">
              <a:off x="2907275" y="2576176"/>
              <a:ext cx="1371600" cy="1371600"/>
            </a:xfrm>
            <a:prstGeom prst="rect">
              <a:avLst/>
            </a:prstGeom>
            <a:solidFill>
              <a:srgbClr val="C5EC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835;p25">
              <a:extLst>
                <a:ext uri="{FF2B5EF4-FFF2-40B4-BE49-F238E27FC236}">
                  <a16:creationId xmlns:a16="http://schemas.microsoft.com/office/drawing/2014/main" id="{274753FB-7139-76C5-67CA-ABE6C7D7EDB2}"/>
                </a:ext>
              </a:extLst>
            </p:cNvPr>
            <p:cNvSpPr/>
            <p:nvPr/>
          </p:nvSpPr>
          <p:spPr>
            <a:xfrm rot="18916481">
              <a:off x="3881781" y="1610968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836;p25">
              <a:extLst>
                <a:ext uri="{FF2B5EF4-FFF2-40B4-BE49-F238E27FC236}">
                  <a16:creationId xmlns:a16="http://schemas.microsoft.com/office/drawing/2014/main" id="{7E67A078-EE79-DFBA-6B2C-7CA8DA41AF5E}"/>
                </a:ext>
              </a:extLst>
            </p:cNvPr>
            <p:cNvSpPr/>
            <p:nvPr/>
          </p:nvSpPr>
          <p:spPr>
            <a:xfrm rot="18916481">
              <a:off x="4856287" y="645761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837;p25">
              <a:extLst>
                <a:ext uri="{FF2B5EF4-FFF2-40B4-BE49-F238E27FC236}">
                  <a16:creationId xmlns:a16="http://schemas.microsoft.com/office/drawing/2014/main" id="{B368837F-3F16-78D7-B741-0E022D1EB00F}"/>
                </a:ext>
              </a:extLst>
            </p:cNvPr>
            <p:cNvSpPr/>
            <p:nvPr/>
          </p:nvSpPr>
          <p:spPr>
            <a:xfrm rot="18916481">
              <a:off x="5830792" y="-319445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838;p25">
              <a:extLst>
                <a:ext uri="{FF2B5EF4-FFF2-40B4-BE49-F238E27FC236}">
                  <a16:creationId xmlns:a16="http://schemas.microsoft.com/office/drawing/2014/main" id="{71D14B02-22BC-FB0B-2B24-E36A329B361A}"/>
                </a:ext>
              </a:extLst>
            </p:cNvPr>
            <p:cNvSpPr/>
            <p:nvPr/>
          </p:nvSpPr>
          <p:spPr>
            <a:xfrm rot="18916481">
              <a:off x="3872481" y="3550681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839;p25">
              <a:extLst>
                <a:ext uri="{FF2B5EF4-FFF2-40B4-BE49-F238E27FC236}">
                  <a16:creationId xmlns:a16="http://schemas.microsoft.com/office/drawing/2014/main" id="{91BF22CC-8618-A371-FE74-B720B3E63492}"/>
                </a:ext>
              </a:extLst>
            </p:cNvPr>
            <p:cNvSpPr/>
            <p:nvPr/>
          </p:nvSpPr>
          <p:spPr>
            <a:xfrm rot="18916481">
              <a:off x="4846988" y="2585474"/>
              <a:ext cx="1371600" cy="1371600"/>
            </a:xfrm>
            <a:prstGeom prst="rect">
              <a:avLst/>
            </a:prstGeom>
            <a:solidFill>
              <a:srgbClr val="C5EC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840;p25">
              <a:extLst>
                <a:ext uri="{FF2B5EF4-FFF2-40B4-BE49-F238E27FC236}">
                  <a16:creationId xmlns:a16="http://schemas.microsoft.com/office/drawing/2014/main" id="{FD7350DB-4F3F-1AF8-7C10-9541AB552437}"/>
                </a:ext>
              </a:extLst>
            </p:cNvPr>
            <p:cNvSpPr/>
            <p:nvPr/>
          </p:nvSpPr>
          <p:spPr>
            <a:xfrm rot="18916481">
              <a:off x="5821494" y="1620268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841;p25">
              <a:extLst>
                <a:ext uri="{FF2B5EF4-FFF2-40B4-BE49-F238E27FC236}">
                  <a16:creationId xmlns:a16="http://schemas.microsoft.com/office/drawing/2014/main" id="{E9ADCDCE-C472-6B78-B3DE-91E4482C7D88}"/>
                </a:ext>
              </a:extLst>
            </p:cNvPr>
            <p:cNvSpPr/>
            <p:nvPr/>
          </p:nvSpPr>
          <p:spPr>
            <a:xfrm rot="18916481">
              <a:off x="6796000" y="655061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842;p25">
              <a:extLst>
                <a:ext uri="{FF2B5EF4-FFF2-40B4-BE49-F238E27FC236}">
                  <a16:creationId xmlns:a16="http://schemas.microsoft.com/office/drawing/2014/main" id="{69A3DA40-C295-BCEC-3D4D-3D81BCE03403}"/>
                </a:ext>
              </a:extLst>
            </p:cNvPr>
            <p:cNvSpPr/>
            <p:nvPr/>
          </p:nvSpPr>
          <p:spPr>
            <a:xfrm rot="18916481">
              <a:off x="4837688" y="4525187"/>
              <a:ext cx="1371600" cy="1371600"/>
            </a:xfrm>
            <a:prstGeom prst="rect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843;p25">
              <a:extLst>
                <a:ext uri="{FF2B5EF4-FFF2-40B4-BE49-F238E27FC236}">
                  <a16:creationId xmlns:a16="http://schemas.microsoft.com/office/drawing/2014/main" id="{5C5BDEA6-0769-BF18-EEED-D96E6CC14636}"/>
                </a:ext>
              </a:extLst>
            </p:cNvPr>
            <p:cNvSpPr/>
            <p:nvPr/>
          </p:nvSpPr>
          <p:spPr>
            <a:xfrm rot="18916481">
              <a:off x="5812194" y="3559980"/>
              <a:ext cx="1371600" cy="1371600"/>
            </a:xfrm>
            <a:prstGeom prst="rect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844;p25">
              <a:extLst>
                <a:ext uri="{FF2B5EF4-FFF2-40B4-BE49-F238E27FC236}">
                  <a16:creationId xmlns:a16="http://schemas.microsoft.com/office/drawing/2014/main" id="{AA25A5F4-D17E-EFE8-1ABC-33E459AA8B6E}"/>
                </a:ext>
              </a:extLst>
            </p:cNvPr>
            <p:cNvSpPr/>
            <p:nvPr/>
          </p:nvSpPr>
          <p:spPr>
            <a:xfrm rot="18916481">
              <a:off x="6786700" y="2594774"/>
              <a:ext cx="1371600" cy="1371600"/>
            </a:xfrm>
            <a:prstGeom prst="rect">
              <a:avLst/>
            </a:prstGeom>
            <a:solidFill>
              <a:srgbClr val="C5EC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845;p25">
              <a:extLst>
                <a:ext uri="{FF2B5EF4-FFF2-40B4-BE49-F238E27FC236}">
                  <a16:creationId xmlns:a16="http://schemas.microsoft.com/office/drawing/2014/main" id="{95E44A38-64A9-FA87-4701-8C3AD844E950}"/>
                </a:ext>
              </a:extLst>
            </p:cNvPr>
            <p:cNvSpPr/>
            <p:nvPr/>
          </p:nvSpPr>
          <p:spPr>
            <a:xfrm rot="18916481">
              <a:off x="7761207" y="1629567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846;p25">
              <a:extLst>
                <a:ext uri="{FF2B5EF4-FFF2-40B4-BE49-F238E27FC236}">
                  <a16:creationId xmlns:a16="http://schemas.microsoft.com/office/drawing/2014/main" id="{B5F11973-E523-4F15-B840-12434B699ACF}"/>
                </a:ext>
              </a:extLst>
            </p:cNvPr>
            <p:cNvSpPr/>
            <p:nvPr/>
          </p:nvSpPr>
          <p:spPr>
            <a:xfrm rot="18916481">
              <a:off x="5802896" y="5499693"/>
              <a:ext cx="1371600" cy="1371600"/>
            </a:xfrm>
            <a:prstGeom prst="rect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847;p25">
              <a:extLst>
                <a:ext uri="{FF2B5EF4-FFF2-40B4-BE49-F238E27FC236}">
                  <a16:creationId xmlns:a16="http://schemas.microsoft.com/office/drawing/2014/main" id="{D1A3FF51-91F0-BD5E-4AD3-3F826A07053B}"/>
                </a:ext>
              </a:extLst>
            </p:cNvPr>
            <p:cNvSpPr/>
            <p:nvPr/>
          </p:nvSpPr>
          <p:spPr>
            <a:xfrm rot="18916481">
              <a:off x="6777401" y="4534487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848;p25">
              <a:extLst>
                <a:ext uri="{FF2B5EF4-FFF2-40B4-BE49-F238E27FC236}">
                  <a16:creationId xmlns:a16="http://schemas.microsoft.com/office/drawing/2014/main" id="{9D25A116-A10D-D01F-261C-32068E759959}"/>
                </a:ext>
              </a:extLst>
            </p:cNvPr>
            <p:cNvSpPr/>
            <p:nvPr/>
          </p:nvSpPr>
          <p:spPr>
            <a:xfrm rot="18916481">
              <a:off x="7751907" y="3569280"/>
              <a:ext cx="1371600" cy="1371600"/>
            </a:xfrm>
            <a:prstGeom prst="rect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849;p25">
              <a:extLst>
                <a:ext uri="{FF2B5EF4-FFF2-40B4-BE49-F238E27FC236}">
                  <a16:creationId xmlns:a16="http://schemas.microsoft.com/office/drawing/2014/main" id="{15244F98-803B-9CAD-4E14-655837626D33}"/>
                </a:ext>
              </a:extLst>
            </p:cNvPr>
            <p:cNvSpPr/>
            <p:nvPr/>
          </p:nvSpPr>
          <p:spPr>
            <a:xfrm rot="18916481">
              <a:off x="8726413" y="2604072"/>
              <a:ext cx="1371600" cy="1371600"/>
            </a:xfrm>
            <a:prstGeom prst="rect">
              <a:avLst/>
            </a:prstGeom>
            <a:solidFill>
              <a:srgbClr val="C5EC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850;p25">
              <a:extLst>
                <a:ext uri="{FF2B5EF4-FFF2-40B4-BE49-F238E27FC236}">
                  <a16:creationId xmlns:a16="http://schemas.microsoft.com/office/drawing/2014/main" id="{B7A5F1E8-D1A6-C93B-6447-AFF4A3586DFE}"/>
                </a:ext>
              </a:extLst>
            </p:cNvPr>
            <p:cNvSpPr/>
            <p:nvPr/>
          </p:nvSpPr>
          <p:spPr>
            <a:xfrm rot="18916481">
              <a:off x="5830792" y="-319445"/>
              <a:ext cx="1371600" cy="1371600"/>
            </a:xfrm>
            <a:prstGeom prst="rtTriangle">
              <a:avLst/>
            </a:prstGeom>
            <a:solidFill>
              <a:srgbClr val="FF5B5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851;p25">
              <a:extLst>
                <a:ext uri="{FF2B5EF4-FFF2-40B4-BE49-F238E27FC236}">
                  <a16:creationId xmlns:a16="http://schemas.microsoft.com/office/drawing/2014/main" id="{848EE054-FBD5-95F3-F221-69909AD939E0}"/>
                </a:ext>
              </a:extLst>
            </p:cNvPr>
            <p:cNvSpPr/>
            <p:nvPr/>
          </p:nvSpPr>
          <p:spPr>
            <a:xfrm rot="8116481">
              <a:off x="5830792" y="-319445"/>
              <a:ext cx="1371600" cy="1371600"/>
            </a:xfrm>
            <a:prstGeom prst="rtTriangle">
              <a:avLst/>
            </a:prstGeom>
            <a:solidFill>
              <a:srgbClr val="FF5B5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852;p25">
              <a:extLst>
                <a:ext uri="{FF2B5EF4-FFF2-40B4-BE49-F238E27FC236}">
                  <a16:creationId xmlns:a16="http://schemas.microsoft.com/office/drawing/2014/main" id="{2669F678-B914-CAFC-EB04-0F0D4D9F7369}"/>
                </a:ext>
              </a:extLst>
            </p:cNvPr>
            <p:cNvSpPr/>
            <p:nvPr/>
          </p:nvSpPr>
          <p:spPr>
            <a:xfrm rot="18916481">
              <a:off x="3872481" y="3550681"/>
              <a:ext cx="1371600" cy="1371600"/>
            </a:xfrm>
            <a:prstGeom prst="rtTriangle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853;p25">
              <a:extLst>
                <a:ext uri="{FF2B5EF4-FFF2-40B4-BE49-F238E27FC236}">
                  <a16:creationId xmlns:a16="http://schemas.microsoft.com/office/drawing/2014/main" id="{096E9CF1-EE06-286E-D85E-552248ED39F8}"/>
                </a:ext>
              </a:extLst>
            </p:cNvPr>
            <p:cNvSpPr/>
            <p:nvPr/>
          </p:nvSpPr>
          <p:spPr>
            <a:xfrm rot="8116481">
              <a:off x="3872481" y="3550681"/>
              <a:ext cx="1371600" cy="1371600"/>
            </a:xfrm>
            <a:prstGeom prst="rtTriangle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854;p25">
              <a:extLst>
                <a:ext uri="{FF2B5EF4-FFF2-40B4-BE49-F238E27FC236}">
                  <a16:creationId xmlns:a16="http://schemas.microsoft.com/office/drawing/2014/main" id="{416AD77F-2F2F-6222-961B-5CF88EDD0D18}"/>
                </a:ext>
              </a:extLst>
            </p:cNvPr>
            <p:cNvSpPr/>
            <p:nvPr/>
          </p:nvSpPr>
          <p:spPr>
            <a:xfrm rot="18916481">
              <a:off x="6777400" y="4534486"/>
              <a:ext cx="1371600" cy="1371600"/>
            </a:xfrm>
            <a:prstGeom prst="rtTriangle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855;p25">
              <a:extLst>
                <a:ext uri="{FF2B5EF4-FFF2-40B4-BE49-F238E27FC236}">
                  <a16:creationId xmlns:a16="http://schemas.microsoft.com/office/drawing/2014/main" id="{D984207B-6F09-0A4C-45D5-C7809DBA44C8}"/>
                </a:ext>
              </a:extLst>
            </p:cNvPr>
            <p:cNvSpPr/>
            <p:nvPr/>
          </p:nvSpPr>
          <p:spPr>
            <a:xfrm rot="8116481">
              <a:off x="6777400" y="4534486"/>
              <a:ext cx="1371600" cy="1371600"/>
            </a:xfrm>
            <a:prstGeom prst="rtTriangle">
              <a:avLst/>
            </a:prstGeom>
            <a:solidFill>
              <a:srgbClr val="59D1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" name="Picture 47" descr="The image depicts a minimalist, geometric design featuring a triangular shape with alternating shades of pink, teal, and red.&#10;&#10;AI-generated content may be incorrect.">
            <a:extLst>
              <a:ext uri="{FF2B5EF4-FFF2-40B4-BE49-F238E27FC236}">
                <a16:creationId xmlns:a16="http://schemas.microsoft.com/office/drawing/2014/main" id="{C90FCA38-5ED7-C178-432D-5E221B2C7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45547" y="-1651662"/>
            <a:ext cx="6863387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AF73199-107D-2F13-5825-F1D45E4EA847}"/>
              </a:ext>
            </a:extLst>
          </p:cNvPr>
          <p:cNvGrpSpPr/>
          <p:nvPr/>
        </p:nvGrpSpPr>
        <p:grpSpPr>
          <a:xfrm>
            <a:off x="4431127" y="-47789"/>
            <a:ext cx="7167560" cy="7167560"/>
            <a:chOff x="2367984" y="-154779"/>
            <a:chExt cx="7167560" cy="7167560"/>
          </a:xfrm>
        </p:grpSpPr>
        <p:sp>
          <p:nvSpPr>
            <p:cNvPr id="4" name="Google Shape;834;p25">
              <a:extLst>
                <a:ext uri="{FF2B5EF4-FFF2-40B4-BE49-F238E27FC236}">
                  <a16:creationId xmlns:a16="http://schemas.microsoft.com/office/drawing/2014/main" id="{89430963-A1F8-2155-FF6E-56AC69B73E62}"/>
                </a:ext>
              </a:extLst>
            </p:cNvPr>
            <p:cNvSpPr/>
            <p:nvPr/>
          </p:nvSpPr>
          <p:spPr>
            <a:xfrm rot="3007374">
              <a:off x="5525769" y="-154779"/>
              <a:ext cx="1371600" cy="1371600"/>
            </a:xfrm>
            <a:prstGeom prst="rect">
              <a:avLst/>
            </a:prstGeom>
            <a:solidFill>
              <a:srgbClr val="FF5B5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835;p25">
              <a:extLst>
                <a:ext uri="{FF2B5EF4-FFF2-40B4-BE49-F238E27FC236}">
                  <a16:creationId xmlns:a16="http://schemas.microsoft.com/office/drawing/2014/main" id="{43FBC0DF-EE1B-98FA-F17C-2339DCEC24CE}"/>
                </a:ext>
              </a:extLst>
            </p:cNvPr>
            <p:cNvSpPr/>
            <p:nvPr/>
          </p:nvSpPr>
          <p:spPr>
            <a:xfrm rot="3007374">
              <a:off x="6405161" y="897816"/>
              <a:ext cx="1371600" cy="1371600"/>
            </a:xfrm>
            <a:prstGeom prst="rect">
              <a:avLst/>
            </a:prstGeom>
            <a:solidFill>
              <a:srgbClr val="FF5B5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36;p25">
              <a:extLst>
                <a:ext uri="{FF2B5EF4-FFF2-40B4-BE49-F238E27FC236}">
                  <a16:creationId xmlns:a16="http://schemas.microsoft.com/office/drawing/2014/main" id="{1BDBB3D6-7C90-2CB1-C8C0-F188620CA517}"/>
                </a:ext>
              </a:extLst>
            </p:cNvPr>
            <p:cNvSpPr/>
            <p:nvPr/>
          </p:nvSpPr>
          <p:spPr>
            <a:xfrm rot="3007374">
              <a:off x="7284553" y="1950411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837;p25">
              <a:extLst>
                <a:ext uri="{FF2B5EF4-FFF2-40B4-BE49-F238E27FC236}">
                  <a16:creationId xmlns:a16="http://schemas.microsoft.com/office/drawing/2014/main" id="{0385FCD8-DFB2-1460-98FB-DE3310A4BC7E}"/>
                </a:ext>
              </a:extLst>
            </p:cNvPr>
            <p:cNvSpPr/>
            <p:nvPr/>
          </p:nvSpPr>
          <p:spPr>
            <a:xfrm rot="3007374">
              <a:off x="8163944" y="3003006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838;p25">
              <a:extLst>
                <a:ext uri="{FF2B5EF4-FFF2-40B4-BE49-F238E27FC236}">
                  <a16:creationId xmlns:a16="http://schemas.microsoft.com/office/drawing/2014/main" id="{B1111718-4F8A-649C-7EC0-B39BFC1E6993}"/>
                </a:ext>
              </a:extLst>
            </p:cNvPr>
            <p:cNvSpPr/>
            <p:nvPr/>
          </p:nvSpPr>
          <p:spPr>
            <a:xfrm rot="3007374">
              <a:off x="4473174" y="724612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839;p25">
              <a:extLst>
                <a:ext uri="{FF2B5EF4-FFF2-40B4-BE49-F238E27FC236}">
                  <a16:creationId xmlns:a16="http://schemas.microsoft.com/office/drawing/2014/main" id="{DF185994-9B57-2A80-39F8-8E104BB4B62B}"/>
                </a:ext>
              </a:extLst>
            </p:cNvPr>
            <p:cNvSpPr/>
            <p:nvPr/>
          </p:nvSpPr>
          <p:spPr>
            <a:xfrm rot="3007374">
              <a:off x="5352566" y="1777208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840;p25">
              <a:extLst>
                <a:ext uri="{FF2B5EF4-FFF2-40B4-BE49-F238E27FC236}">
                  <a16:creationId xmlns:a16="http://schemas.microsoft.com/office/drawing/2014/main" id="{1D8F7B7B-0353-7AFD-8DD4-F159307EA6DE}"/>
                </a:ext>
              </a:extLst>
            </p:cNvPr>
            <p:cNvSpPr/>
            <p:nvPr/>
          </p:nvSpPr>
          <p:spPr>
            <a:xfrm rot="3007374">
              <a:off x="6231957" y="2829803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841;p25">
              <a:extLst>
                <a:ext uri="{FF2B5EF4-FFF2-40B4-BE49-F238E27FC236}">
                  <a16:creationId xmlns:a16="http://schemas.microsoft.com/office/drawing/2014/main" id="{54FD99DF-8464-86B7-BE5F-FD3A8BDE10CF}"/>
                </a:ext>
              </a:extLst>
            </p:cNvPr>
            <p:cNvSpPr/>
            <p:nvPr/>
          </p:nvSpPr>
          <p:spPr>
            <a:xfrm rot="3007374">
              <a:off x="7111349" y="3882398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842;p25">
              <a:extLst>
                <a:ext uri="{FF2B5EF4-FFF2-40B4-BE49-F238E27FC236}">
                  <a16:creationId xmlns:a16="http://schemas.microsoft.com/office/drawing/2014/main" id="{AC7597F6-462F-0C23-2A6A-E5653CB0DC5F}"/>
                </a:ext>
              </a:extLst>
            </p:cNvPr>
            <p:cNvSpPr/>
            <p:nvPr/>
          </p:nvSpPr>
          <p:spPr>
            <a:xfrm rot="3007374">
              <a:off x="3420579" y="1604004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843;p25">
              <a:extLst>
                <a:ext uri="{FF2B5EF4-FFF2-40B4-BE49-F238E27FC236}">
                  <a16:creationId xmlns:a16="http://schemas.microsoft.com/office/drawing/2014/main" id="{6B9FF54D-ED8F-4D07-CD6D-E3253C99A48D}"/>
                </a:ext>
              </a:extLst>
            </p:cNvPr>
            <p:cNvSpPr/>
            <p:nvPr/>
          </p:nvSpPr>
          <p:spPr>
            <a:xfrm rot="3007374">
              <a:off x="4299971" y="2656599"/>
              <a:ext cx="1371600" cy="1371600"/>
            </a:xfrm>
            <a:prstGeom prst="rect">
              <a:avLst/>
            </a:prstGeom>
            <a:solidFill>
              <a:srgbClr val="FFB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844;p25">
              <a:extLst>
                <a:ext uri="{FF2B5EF4-FFF2-40B4-BE49-F238E27FC236}">
                  <a16:creationId xmlns:a16="http://schemas.microsoft.com/office/drawing/2014/main" id="{AC7DC064-0A78-D9EC-EFD0-86B61F529A4F}"/>
                </a:ext>
              </a:extLst>
            </p:cNvPr>
            <p:cNvSpPr/>
            <p:nvPr/>
          </p:nvSpPr>
          <p:spPr>
            <a:xfrm rot="3007374">
              <a:off x="5179362" y="3709194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845;p25">
              <a:extLst>
                <a:ext uri="{FF2B5EF4-FFF2-40B4-BE49-F238E27FC236}">
                  <a16:creationId xmlns:a16="http://schemas.microsoft.com/office/drawing/2014/main" id="{C44D87F2-EA48-23F7-98FA-6FE7BE7DF67E}"/>
                </a:ext>
              </a:extLst>
            </p:cNvPr>
            <p:cNvSpPr/>
            <p:nvPr/>
          </p:nvSpPr>
          <p:spPr>
            <a:xfrm rot="3007374">
              <a:off x="6058754" y="4761790"/>
              <a:ext cx="1371600" cy="1371600"/>
            </a:xfrm>
            <a:prstGeom prst="rect">
              <a:avLst/>
            </a:prstGeom>
            <a:solidFill>
              <a:srgbClr val="C5EC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846;p25">
              <a:extLst>
                <a:ext uri="{FF2B5EF4-FFF2-40B4-BE49-F238E27FC236}">
                  <a16:creationId xmlns:a16="http://schemas.microsoft.com/office/drawing/2014/main" id="{242F2BCB-62B4-D731-37A7-6C88BB6BF7CA}"/>
                </a:ext>
              </a:extLst>
            </p:cNvPr>
            <p:cNvSpPr/>
            <p:nvPr/>
          </p:nvSpPr>
          <p:spPr>
            <a:xfrm rot="3007374">
              <a:off x="2367984" y="2483396"/>
              <a:ext cx="1371600" cy="1371600"/>
            </a:xfrm>
            <a:prstGeom prst="rect">
              <a:avLst/>
            </a:prstGeom>
            <a:solidFill>
              <a:srgbClr val="C5EC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847;p25">
              <a:extLst>
                <a:ext uri="{FF2B5EF4-FFF2-40B4-BE49-F238E27FC236}">
                  <a16:creationId xmlns:a16="http://schemas.microsoft.com/office/drawing/2014/main" id="{0D5BCCB6-BCB5-B8E3-CD98-35205A94AD24}"/>
                </a:ext>
              </a:extLst>
            </p:cNvPr>
            <p:cNvSpPr/>
            <p:nvPr/>
          </p:nvSpPr>
          <p:spPr>
            <a:xfrm rot="3007374">
              <a:off x="3247375" y="3535991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848;p25">
              <a:extLst>
                <a:ext uri="{FF2B5EF4-FFF2-40B4-BE49-F238E27FC236}">
                  <a16:creationId xmlns:a16="http://schemas.microsoft.com/office/drawing/2014/main" id="{B381073E-9E61-072F-05EB-5F29C5100EBE}"/>
                </a:ext>
              </a:extLst>
            </p:cNvPr>
            <p:cNvSpPr/>
            <p:nvPr/>
          </p:nvSpPr>
          <p:spPr>
            <a:xfrm rot="3007374">
              <a:off x="4126767" y="4588586"/>
              <a:ext cx="1371600" cy="1371600"/>
            </a:xfrm>
            <a:prstGeom prst="rect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849;p25">
              <a:extLst>
                <a:ext uri="{FF2B5EF4-FFF2-40B4-BE49-F238E27FC236}">
                  <a16:creationId xmlns:a16="http://schemas.microsoft.com/office/drawing/2014/main" id="{99DB74A9-71D2-9471-9BAC-B8FECEF22626}"/>
                </a:ext>
              </a:extLst>
            </p:cNvPr>
            <p:cNvSpPr/>
            <p:nvPr/>
          </p:nvSpPr>
          <p:spPr>
            <a:xfrm rot="3007374">
              <a:off x="5006159" y="5641181"/>
              <a:ext cx="1371600" cy="1371600"/>
            </a:xfrm>
            <a:prstGeom prst="rect">
              <a:avLst/>
            </a:prstGeom>
            <a:solidFill>
              <a:srgbClr val="71D2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850;p25">
              <a:extLst>
                <a:ext uri="{FF2B5EF4-FFF2-40B4-BE49-F238E27FC236}">
                  <a16:creationId xmlns:a16="http://schemas.microsoft.com/office/drawing/2014/main" id="{8EFB08B5-B9F6-319A-8A66-21035716F345}"/>
                </a:ext>
              </a:extLst>
            </p:cNvPr>
            <p:cNvSpPr/>
            <p:nvPr/>
          </p:nvSpPr>
          <p:spPr>
            <a:xfrm rot="3007374">
              <a:off x="8163944" y="3003006"/>
              <a:ext cx="1371600" cy="1371600"/>
            </a:xfrm>
            <a:prstGeom prst="rtTriangle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851;p25">
              <a:extLst>
                <a:ext uri="{FF2B5EF4-FFF2-40B4-BE49-F238E27FC236}">
                  <a16:creationId xmlns:a16="http://schemas.microsoft.com/office/drawing/2014/main" id="{0D572422-AF7E-11EB-4DE5-C6B8A2A01C83}"/>
                </a:ext>
              </a:extLst>
            </p:cNvPr>
            <p:cNvSpPr/>
            <p:nvPr/>
          </p:nvSpPr>
          <p:spPr>
            <a:xfrm rot="-7792626">
              <a:off x="8163944" y="3003006"/>
              <a:ext cx="1371600" cy="1371600"/>
            </a:xfrm>
            <a:prstGeom prst="rtTriangle">
              <a:avLst/>
            </a:prstGeom>
            <a:solidFill>
              <a:srgbClr val="C5EC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852;p25">
              <a:extLst>
                <a:ext uri="{FF2B5EF4-FFF2-40B4-BE49-F238E27FC236}">
                  <a16:creationId xmlns:a16="http://schemas.microsoft.com/office/drawing/2014/main" id="{4700132C-D41D-81C6-FBF9-D44276E652F5}"/>
                </a:ext>
              </a:extLst>
            </p:cNvPr>
            <p:cNvSpPr/>
            <p:nvPr/>
          </p:nvSpPr>
          <p:spPr>
            <a:xfrm rot="3007374">
              <a:off x="4473174" y="724612"/>
              <a:ext cx="1371600" cy="1371600"/>
            </a:xfrm>
            <a:prstGeom prst="rtTriangle">
              <a:avLst/>
            </a:prstGeom>
            <a:solidFill>
              <a:srgbClr val="FF5B5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853;p25">
              <a:extLst>
                <a:ext uri="{FF2B5EF4-FFF2-40B4-BE49-F238E27FC236}">
                  <a16:creationId xmlns:a16="http://schemas.microsoft.com/office/drawing/2014/main" id="{FB988842-53EE-4961-FB6C-66C28CFA3178}"/>
                </a:ext>
              </a:extLst>
            </p:cNvPr>
            <p:cNvSpPr/>
            <p:nvPr/>
          </p:nvSpPr>
          <p:spPr>
            <a:xfrm rot="-7792626">
              <a:off x="4473174" y="724612"/>
              <a:ext cx="1371600" cy="1371600"/>
            </a:xfrm>
            <a:prstGeom prst="rtTriangle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854;p25">
              <a:extLst>
                <a:ext uri="{FF2B5EF4-FFF2-40B4-BE49-F238E27FC236}">
                  <a16:creationId xmlns:a16="http://schemas.microsoft.com/office/drawing/2014/main" id="{28250CA8-2568-F9C5-47B3-B76189AA8C5B}"/>
                </a:ext>
              </a:extLst>
            </p:cNvPr>
            <p:cNvSpPr/>
            <p:nvPr/>
          </p:nvSpPr>
          <p:spPr>
            <a:xfrm rot="3007374">
              <a:off x="3247376" y="3535990"/>
              <a:ext cx="1371600" cy="1371600"/>
            </a:xfrm>
            <a:prstGeom prst="rtTriangle">
              <a:avLst/>
            </a:prstGeom>
            <a:solidFill>
              <a:srgbClr val="C5EC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855;p25">
              <a:extLst>
                <a:ext uri="{FF2B5EF4-FFF2-40B4-BE49-F238E27FC236}">
                  <a16:creationId xmlns:a16="http://schemas.microsoft.com/office/drawing/2014/main" id="{E6812FBF-FF6E-9916-8B6F-0CBCCBA57D4D}"/>
                </a:ext>
              </a:extLst>
            </p:cNvPr>
            <p:cNvSpPr/>
            <p:nvPr/>
          </p:nvSpPr>
          <p:spPr>
            <a:xfrm rot="-7792626">
              <a:off x="3247376" y="3535990"/>
              <a:ext cx="1371600" cy="1371600"/>
            </a:xfrm>
            <a:prstGeom prst="rtTriangle">
              <a:avLst/>
            </a:prstGeom>
            <a:solidFill>
              <a:srgbClr val="FEEF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" name="Picture 50" descr="The image depicts a minimalist abstract geometric design featuring a vibrant mix of red, blue, and white shapes.&#10;&#10;AI-generated content may be incorrect.">
            <a:extLst>
              <a:ext uri="{FF2B5EF4-FFF2-40B4-BE49-F238E27FC236}">
                <a16:creationId xmlns:a16="http://schemas.microsoft.com/office/drawing/2014/main" id="{068BCF69-BF82-4378-0C26-7C3153AD7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301" y="3091574"/>
            <a:ext cx="6863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1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35;p25">
            <a:extLst>
              <a:ext uri="{FF2B5EF4-FFF2-40B4-BE49-F238E27FC236}">
                <a16:creationId xmlns:a16="http://schemas.microsoft.com/office/drawing/2014/main" id="{0541AB20-92C8-1BC2-BB7E-2FAD9214DB76}"/>
              </a:ext>
            </a:extLst>
          </p:cNvPr>
          <p:cNvSpPr/>
          <p:nvPr/>
        </p:nvSpPr>
        <p:spPr>
          <a:xfrm rot="3007374">
            <a:off x="8468304" y="1004806"/>
            <a:ext cx="1371600" cy="1371600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36;p25">
            <a:extLst>
              <a:ext uri="{FF2B5EF4-FFF2-40B4-BE49-F238E27FC236}">
                <a16:creationId xmlns:a16="http://schemas.microsoft.com/office/drawing/2014/main" id="{C97C8B99-DE55-7EF1-5C9E-F4CCD303E499}"/>
              </a:ext>
            </a:extLst>
          </p:cNvPr>
          <p:cNvSpPr/>
          <p:nvPr/>
        </p:nvSpPr>
        <p:spPr>
          <a:xfrm rot="3007374">
            <a:off x="9174491" y="3989387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37;p25">
            <a:extLst>
              <a:ext uri="{FF2B5EF4-FFF2-40B4-BE49-F238E27FC236}">
                <a16:creationId xmlns:a16="http://schemas.microsoft.com/office/drawing/2014/main" id="{10B2ADC5-BF38-B704-AA4C-D21909D77C35}"/>
              </a:ext>
            </a:extLst>
          </p:cNvPr>
          <p:cNvSpPr/>
          <p:nvPr/>
        </p:nvSpPr>
        <p:spPr>
          <a:xfrm rot="3007374">
            <a:off x="10227087" y="3109996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38;p25">
            <a:extLst>
              <a:ext uri="{FF2B5EF4-FFF2-40B4-BE49-F238E27FC236}">
                <a16:creationId xmlns:a16="http://schemas.microsoft.com/office/drawing/2014/main" id="{CDDBA104-8D50-481A-F3E0-FC6C62217CF6}"/>
              </a:ext>
            </a:extLst>
          </p:cNvPr>
          <p:cNvSpPr/>
          <p:nvPr/>
        </p:nvSpPr>
        <p:spPr>
          <a:xfrm rot="3007374">
            <a:off x="6536317" y="831602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39;p25">
            <a:extLst>
              <a:ext uri="{FF2B5EF4-FFF2-40B4-BE49-F238E27FC236}">
                <a16:creationId xmlns:a16="http://schemas.microsoft.com/office/drawing/2014/main" id="{5DC5B1C6-9600-F343-C3D5-813B418625E8}"/>
              </a:ext>
            </a:extLst>
          </p:cNvPr>
          <p:cNvSpPr/>
          <p:nvPr/>
        </p:nvSpPr>
        <p:spPr>
          <a:xfrm rot="3007374">
            <a:off x="8136989" y="4868778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842;p25">
            <a:extLst>
              <a:ext uri="{FF2B5EF4-FFF2-40B4-BE49-F238E27FC236}">
                <a16:creationId xmlns:a16="http://schemas.microsoft.com/office/drawing/2014/main" id="{63A02B26-2060-CE33-A18A-08CBCE9DE282}"/>
              </a:ext>
            </a:extLst>
          </p:cNvPr>
          <p:cNvSpPr/>
          <p:nvPr/>
        </p:nvSpPr>
        <p:spPr>
          <a:xfrm rot="3007374">
            <a:off x="5483722" y="1710994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843;p25">
            <a:extLst>
              <a:ext uri="{FF2B5EF4-FFF2-40B4-BE49-F238E27FC236}">
                <a16:creationId xmlns:a16="http://schemas.microsoft.com/office/drawing/2014/main" id="{19DAC38B-4437-A220-553F-E3860502BC75}"/>
              </a:ext>
            </a:extLst>
          </p:cNvPr>
          <p:cNvSpPr/>
          <p:nvPr/>
        </p:nvSpPr>
        <p:spPr>
          <a:xfrm rot="3007374">
            <a:off x="6217850" y="4741399"/>
            <a:ext cx="1371600" cy="1371600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46;p25">
            <a:extLst>
              <a:ext uri="{FF2B5EF4-FFF2-40B4-BE49-F238E27FC236}">
                <a16:creationId xmlns:a16="http://schemas.microsoft.com/office/drawing/2014/main" id="{1F6DC130-4AF2-C307-8E94-197CD5E7EA94}"/>
              </a:ext>
            </a:extLst>
          </p:cNvPr>
          <p:cNvSpPr/>
          <p:nvPr/>
        </p:nvSpPr>
        <p:spPr>
          <a:xfrm rot="3007374">
            <a:off x="4431127" y="2590386"/>
            <a:ext cx="1371600" cy="1371600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47;p25">
            <a:extLst>
              <a:ext uri="{FF2B5EF4-FFF2-40B4-BE49-F238E27FC236}">
                <a16:creationId xmlns:a16="http://schemas.microsoft.com/office/drawing/2014/main" id="{E60EA53E-C502-70BD-66D4-6192D8F5177F}"/>
              </a:ext>
            </a:extLst>
          </p:cNvPr>
          <p:cNvSpPr/>
          <p:nvPr/>
        </p:nvSpPr>
        <p:spPr>
          <a:xfrm rot="3007374">
            <a:off x="5310518" y="3642981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849;p25">
            <a:extLst>
              <a:ext uri="{FF2B5EF4-FFF2-40B4-BE49-F238E27FC236}">
                <a16:creationId xmlns:a16="http://schemas.microsoft.com/office/drawing/2014/main" id="{8E3256D5-082D-814A-9F03-804B6347B24C}"/>
              </a:ext>
            </a:extLst>
          </p:cNvPr>
          <p:cNvSpPr/>
          <p:nvPr/>
        </p:nvSpPr>
        <p:spPr>
          <a:xfrm rot="3007374">
            <a:off x="7069302" y="5748171"/>
            <a:ext cx="1371600" cy="1371600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851;p25">
            <a:extLst>
              <a:ext uri="{FF2B5EF4-FFF2-40B4-BE49-F238E27FC236}">
                <a16:creationId xmlns:a16="http://schemas.microsoft.com/office/drawing/2014/main" id="{58421881-60CE-67BF-EAE1-CDB422C18B07}"/>
              </a:ext>
            </a:extLst>
          </p:cNvPr>
          <p:cNvSpPr/>
          <p:nvPr/>
        </p:nvSpPr>
        <p:spPr>
          <a:xfrm rot="13807374">
            <a:off x="10227087" y="3109996"/>
            <a:ext cx="1371600" cy="1371600"/>
          </a:xfrm>
          <a:prstGeom prst="rtTriangle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852;p25">
            <a:extLst>
              <a:ext uri="{FF2B5EF4-FFF2-40B4-BE49-F238E27FC236}">
                <a16:creationId xmlns:a16="http://schemas.microsoft.com/office/drawing/2014/main" id="{F760221F-ACF9-C6E4-6FD4-30E9BA6B4DE4}"/>
              </a:ext>
            </a:extLst>
          </p:cNvPr>
          <p:cNvSpPr/>
          <p:nvPr/>
        </p:nvSpPr>
        <p:spPr>
          <a:xfrm rot="3007374">
            <a:off x="6536317" y="831602"/>
            <a:ext cx="1371600" cy="1371600"/>
          </a:xfrm>
          <a:prstGeom prst="rtTriangle">
            <a:avLst/>
          </a:prstGeom>
          <a:solidFill>
            <a:srgbClr val="FF5B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854;p25">
            <a:extLst>
              <a:ext uri="{FF2B5EF4-FFF2-40B4-BE49-F238E27FC236}">
                <a16:creationId xmlns:a16="http://schemas.microsoft.com/office/drawing/2014/main" id="{9AAA143E-FF68-E1AA-01BD-08A1A6291B9E}"/>
              </a:ext>
            </a:extLst>
          </p:cNvPr>
          <p:cNvSpPr/>
          <p:nvPr/>
        </p:nvSpPr>
        <p:spPr>
          <a:xfrm rot="3007374">
            <a:off x="5310519" y="3642980"/>
            <a:ext cx="1371600" cy="1371600"/>
          </a:xfrm>
          <a:prstGeom prst="rtTriangle">
            <a:avLst/>
          </a:prstGeom>
          <a:solidFill>
            <a:srgbClr val="C5E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5491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is a comparison chart of different font pairings for a professional presentation, highlighting options for display (Grotesk, Gotham, Newsreader), numeral (Mono), and style (Sohne, Tiempos, IBM Plex Mono).&#10;&#10;AI-generated content may be incorrect.">
            <a:extLst>
              <a:ext uri="{FF2B5EF4-FFF2-40B4-BE49-F238E27FC236}">
                <a16:creationId xmlns:a16="http://schemas.microsoft.com/office/drawing/2014/main" id="{8B2279FB-B97B-468A-86BA-E8AE33B0B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427" y="434788"/>
            <a:ext cx="4934813" cy="612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65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vo-deck/mon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248717" cy="2487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6521" y="42611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0" b="1" kern="0" spc="-100" dirty="0">
                <a:solidFill>
                  <a:srgbClr val="2C5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travo</a:t>
            </a:r>
            <a:endParaRPr lang="en-US" sz="1870" dirty="0"/>
          </a:p>
        </p:txBody>
      </p:sp>
      <p:sp>
        <p:nvSpPr>
          <p:cNvPr id="4" name="Shape 1"/>
          <p:cNvSpPr/>
          <p:nvPr/>
        </p:nvSpPr>
        <p:spPr>
          <a:xfrm>
            <a:off x="640080" y="1371600"/>
            <a:ext cx="3566160" cy="45720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1D2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APPLICATION  ·  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20" dirty="0">
                <a:solidFill>
                  <a:srgbClr val="71D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dark ground inverts the construction-services convention. The risk spectrum becomes a functional device — at the foot of the hero, color-coding each service card, signaling category at a glance.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5486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1D2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TRAVO.COM  ·  HOMEPAGE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914400"/>
            <a:ext cx="7223760" cy="5212080"/>
          </a:xfrm>
          <a:prstGeom prst="rect">
            <a:avLst/>
          </a:prstGeom>
          <a:solidFill>
            <a:srgbClr val="08101C"/>
          </a:solidFill>
          <a:ln w="12700">
            <a:solidFill>
              <a:srgbClr val="081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914400"/>
            <a:ext cx="7223760" cy="292608"/>
          </a:xfrm>
          <a:prstGeom prst="rect">
            <a:avLst/>
          </a:prstGeom>
          <a:solidFill>
            <a:srgbClr val="08101C"/>
          </a:solidFill>
          <a:ln w="12700">
            <a:solidFill>
              <a:srgbClr val="081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81728" y="1014984"/>
            <a:ext cx="91440" cy="91440"/>
          </a:xfrm>
          <a:prstGeom prst="ellipse">
            <a:avLst/>
          </a:prstGeom>
          <a:solidFill>
            <a:srgbClr val="2A3A52"/>
          </a:solidFill>
          <a:ln w="1270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09744" y="1014984"/>
            <a:ext cx="91440" cy="91440"/>
          </a:xfrm>
          <a:prstGeom prst="ellipse">
            <a:avLst/>
          </a:prstGeom>
          <a:solidFill>
            <a:srgbClr val="2A3A52"/>
          </a:solidFill>
          <a:ln w="1270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937760" y="1014984"/>
            <a:ext cx="91440" cy="91440"/>
          </a:xfrm>
          <a:prstGeom prst="ellipse">
            <a:avLst/>
          </a:prstGeom>
          <a:solidFill>
            <a:srgbClr val="2A3A52"/>
          </a:solidFill>
          <a:ln w="1270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166360" y="982980"/>
            <a:ext cx="1280160" cy="155448"/>
          </a:xfrm>
          <a:prstGeom prst="rect">
            <a:avLst/>
          </a:prstGeom>
          <a:solidFill>
            <a:srgbClr val="162338"/>
          </a:solidFill>
          <a:ln w="12700">
            <a:solidFill>
              <a:srgbClr val="162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166360" y="98298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travo.com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572000" y="1207008"/>
            <a:ext cx="7223760" cy="260604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4632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-50" dirty="0">
                <a:solidFill>
                  <a:srgbClr val="71D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595360" y="1399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9189720" y="1399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9784080" y="1399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0378440" y="1399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0972800" y="1399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D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846320" y="1847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71D2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SPECIALTY QUANTITATIVE RISK ADVISORY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800600" y="20756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for Construction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800600" y="24414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 in the NJ/NY Region.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4846320" y="2898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D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Risk.  ·  Defensible Decisions.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46320" y="31729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Independent, methodologically rigorous risk and contingency analysis for institutional owners, public agencies, and mid-sized contractors.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9326880" y="3172968"/>
            <a:ext cx="2194560" cy="292608"/>
          </a:xfrm>
          <a:prstGeom prst="rect">
            <a:avLst/>
          </a:prstGeom>
          <a:solidFill>
            <a:srgbClr val="71D2CF"/>
          </a:solidFill>
          <a:ln w="12700">
            <a:solidFill>
              <a:srgbClr val="71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326880" y="3172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consultation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0" y="3749040"/>
            <a:ext cx="1444752" cy="64008"/>
          </a:xfrm>
          <a:prstGeom prst="rect">
            <a:avLst/>
          </a:prstGeom>
          <a:solidFill>
            <a:srgbClr val="2C5251"/>
          </a:solidFill>
          <a:ln w="12700">
            <a:solidFill>
              <a:srgbClr val="2C52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016752" y="3749040"/>
            <a:ext cx="1444752" cy="64008"/>
          </a:xfrm>
          <a:prstGeom prst="rect">
            <a:avLst/>
          </a:prstGeom>
          <a:solidFill>
            <a:srgbClr val="71D2CF"/>
          </a:solidFill>
          <a:ln w="12700">
            <a:solidFill>
              <a:srgbClr val="71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461504" y="3749040"/>
            <a:ext cx="1444752" cy="64008"/>
          </a:xfrm>
          <a:prstGeom prst="rect">
            <a:avLst/>
          </a:prstGeom>
          <a:solidFill>
            <a:srgbClr val="93A4B3"/>
          </a:solidFill>
          <a:ln w="12700">
            <a:solidFill>
              <a:srgbClr val="93A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906256" y="3749040"/>
            <a:ext cx="1444752" cy="64008"/>
          </a:xfrm>
          <a:prstGeom prst="rect">
            <a:avLst/>
          </a:prstGeom>
          <a:solidFill>
            <a:srgbClr val="FFB9BB"/>
          </a:solidFill>
          <a:ln w="12700">
            <a:solidFill>
              <a:srgbClr val="FFB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0351008" y="3749040"/>
            <a:ext cx="1444752" cy="64008"/>
          </a:xfrm>
          <a:prstGeom prst="rect">
            <a:avLst/>
          </a:prstGeom>
          <a:solidFill>
            <a:srgbClr val="FF5B5E"/>
          </a:solidFill>
          <a:ln w="12700">
            <a:solidFill>
              <a:srgbClr val="FF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572000" y="3813048"/>
            <a:ext cx="7223760" cy="2313432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846320" y="39776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2C52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DO  ·  THE BOUNDED CATALOG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800600" y="41970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-60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services. Three categories.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4846320" y="4773168"/>
            <a:ext cx="2151888" cy="1216152"/>
          </a:xfrm>
          <a:prstGeom prst="rect">
            <a:avLst/>
          </a:prstGeom>
          <a:solidFill>
            <a:srgbClr val="FFFFFF"/>
          </a:solidFill>
          <a:ln w="6350">
            <a:solidFill>
              <a:srgbClr val="DCD9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846320" y="4773168"/>
            <a:ext cx="45720" cy="1216152"/>
          </a:xfrm>
          <a:prstGeom prst="rect">
            <a:avLst/>
          </a:prstGeom>
          <a:solidFill>
            <a:srgbClr val="2C5251"/>
          </a:solidFill>
          <a:ln w="12700">
            <a:solidFill>
              <a:srgbClr val="2C52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983480" y="4864608"/>
            <a:ext cx="1969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C52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PRE-PROJECT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983480" y="5120640"/>
            <a:ext cx="1969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risk analysis, contingency derivation, risk register, bid leveling, peer review.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983480" y="5696712"/>
            <a:ext cx="1969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2C52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services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7107936" y="4773168"/>
            <a:ext cx="2151888" cy="1216152"/>
          </a:xfrm>
          <a:prstGeom prst="rect">
            <a:avLst/>
          </a:prstGeom>
          <a:solidFill>
            <a:srgbClr val="FFFFFF"/>
          </a:solidFill>
          <a:ln w="6350">
            <a:solidFill>
              <a:srgbClr val="DCD9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7107936" y="4773168"/>
            <a:ext cx="45720" cy="1216152"/>
          </a:xfrm>
          <a:prstGeom prst="rect">
            <a:avLst/>
          </a:prstGeom>
          <a:solidFill>
            <a:srgbClr val="71D2CF"/>
          </a:solidFill>
          <a:ln w="12700">
            <a:solidFill>
              <a:srgbClr val="71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245096" y="4864608"/>
            <a:ext cx="1969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C52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· DURING-PROJECT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7245096" y="5120640"/>
            <a:ext cx="1969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retainer, trend-risk analysis, pre-claim and dispute readiness review.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245096" y="5696712"/>
            <a:ext cx="1969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71D2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services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9369552" y="4773168"/>
            <a:ext cx="2151888" cy="1216152"/>
          </a:xfrm>
          <a:prstGeom prst="rect">
            <a:avLst/>
          </a:prstGeom>
          <a:solidFill>
            <a:srgbClr val="FFFFFF"/>
          </a:solidFill>
          <a:ln w="6350">
            <a:solidFill>
              <a:srgbClr val="DCD9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9369552" y="4773168"/>
            <a:ext cx="45720" cy="1216152"/>
          </a:xfrm>
          <a:prstGeom prst="rect">
            <a:avLst/>
          </a:prstGeom>
          <a:solidFill>
            <a:srgbClr val="FFB9BB"/>
          </a:solidFill>
          <a:ln w="12700">
            <a:solidFill>
              <a:srgbClr val="FFB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9506712" y="4864608"/>
            <a:ext cx="1969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C52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· POST-PROJECT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9506712" y="5120640"/>
            <a:ext cx="1969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Lessons-learned capture, portfolio benchmarking, methodology implementation.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9506712" y="5696712"/>
            <a:ext cx="1969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FF5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services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0" y="6784848"/>
            <a:ext cx="2432304" cy="73152"/>
          </a:xfrm>
          <a:prstGeom prst="rect">
            <a:avLst/>
          </a:prstGeom>
          <a:solidFill>
            <a:srgbClr val="2C5251"/>
          </a:solidFill>
          <a:ln w="12700">
            <a:solidFill>
              <a:srgbClr val="2C52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2432304" y="6784848"/>
            <a:ext cx="2432304" cy="73152"/>
          </a:xfrm>
          <a:prstGeom prst="rect">
            <a:avLst/>
          </a:prstGeom>
          <a:solidFill>
            <a:srgbClr val="71D2CF"/>
          </a:solidFill>
          <a:ln w="12700">
            <a:solidFill>
              <a:srgbClr val="71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4864608" y="6784848"/>
            <a:ext cx="2432304" cy="73152"/>
          </a:xfrm>
          <a:prstGeom prst="rect">
            <a:avLst/>
          </a:prstGeom>
          <a:solidFill>
            <a:srgbClr val="93A4B3"/>
          </a:solidFill>
          <a:ln w="12700">
            <a:solidFill>
              <a:srgbClr val="93A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7296912" y="6784848"/>
            <a:ext cx="2432304" cy="73152"/>
          </a:xfrm>
          <a:prstGeom prst="rect">
            <a:avLst/>
          </a:prstGeom>
          <a:solidFill>
            <a:srgbClr val="FFB9BB"/>
          </a:solidFill>
          <a:ln w="12700">
            <a:solidFill>
              <a:srgbClr val="FFB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9729216" y="6784848"/>
            <a:ext cx="2432304" cy="73152"/>
          </a:xfrm>
          <a:prstGeom prst="rect">
            <a:avLst/>
          </a:prstGeom>
          <a:solidFill>
            <a:srgbClr val="FF5B5E"/>
          </a:solidFill>
          <a:ln w="12700">
            <a:solidFill>
              <a:srgbClr val="FF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BD107-D458-61A8-9C8E-D07131934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32163F41-99BB-A44D-0867-C3847836FD99}"/>
              </a:ext>
            </a:extLst>
          </p:cNvPr>
          <p:cNvSpPr/>
          <p:nvPr/>
        </p:nvSpPr>
        <p:spPr>
          <a:xfrm>
            <a:off x="640080" y="1371600"/>
            <a:ext cx="3566160" cy="45720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E7E88BF-B847-9113-AF58-B02D9411579C}"/>
              </a:ext>
            </a:extLst>
          </p:cNvPr>
          <p:cNvSpPr/>
          <p:nvPr/>
        </p:nvSpPr>
        <p:spPr>
          <a:xfrm>
            <a:off x="914400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1D2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APPLICATION  ·  02</a:t>
            </a:r>
            <a:endParaRPr lang="en-US" sz="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4FC7D5E-EAF9-67F6-6549-CEBF271E4C3A}"/>
              </a:ext>
            </a:extLst>
          </p:cNvPr>
          <p:cNvSpPr/>
          <p:nvPr/>
        </p:nvSpPr>
        <p:spPr>
          <a:xfrm>
            <a:off x="868680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figures</a:t>
            </a:r>
            <a:endParaRPr lang="en-US" sz="3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2A43D27-E461-E548-B456-6E9648D55B7A}"/>
              </a:ext>
            </a:extLst>
          </p:cNvPr>
          <p:cNvSpPr/>
          <p:nvPr/>
        </p:nvSpPr>
        <p:spPr>
          <a:xfrm>
            <a:off x="86868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20" dirty="0">
                <a:solidFill>
                  <a:srgbClr val="71D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graphs</a:t>
            </a:r>
            <a:endParaRPr lang="en-US" sz="3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8B06B34-FE2B-FB96-C3CA-4EA4E57183F1}"/>
              </a:ext>
            </a:extLst>
          </p:cNvPr>
          <p:cNvSpPr/>
          <p:nvPr/>
        </p:nvSpPr>
        <p:spPr>
          <a:xfrm>
            <a:off x="868680" y="33832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five-stop spectrum that organizes the website organizes the data. Every chart the firm publishes uses the gradient as semantic encoding — verde for managed, coral for critical — so the visual language is consistent across marketing surfaces and methodology outputs.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7991AEA-21CE-06DC-C8FC-34A0A5B24D86}"/>
              </a:ext>
            </a:extLst>
          </p:cNvPr>
          <p:cNvSpPr/>
          <p:nvPr/>
        </p:nvSpPr>
        <p:spPr>
          <a:xfrm>
            <a:off x="868680" y="5486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71D2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NJ/NY CONSTRUCTION RISK INDEX  ·  2026</a:t>
            </a:r>
            <a:endParaRPr lang="en-US" sz="9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61B41BA-6EDA-31A4-2B0D-F31AEE59DEA0}"/>
              </a:ext>
            </a:extLst>
          </p:cNvPr>
          <p:cNvSpPr/>
          <p:nvPr/>
        </p:nvSpPr>
        <p:spPr>
          <a:xfrm>
            <a:off x="4572000" y="914400"/>
            <a:ext cx="7223760" cy="521208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C53088C-0E81-AE9E-813D-DC5C4B5BAA39}"/>
              </a:ext>
            </a:extLst>
          </p:cNvPr>
          <p:cNvSpPr/>
          <p:nvPr/>
        </p:nvSpPr>
        <p:spPr>
          <a:xfrm>
            <a:off x="4846320" y="114300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71D2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 IN ACTION  ·  REPRESENTATIVE OUTPUTS</a:t>
            </a:r>
            <a:endParaRPr lang="en-US" sz="7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EA0013D-42AD-2D2F-04FF-DD4DC1064DCF}"/>
              </a:ext>
            </a:extLst>
          </p:cNvPr>
          <p:cNvSpPr/>
          <p:nvPr/>
        </p:nvSpPr>
        <p:spPr>
          <a:xfrm>
            <a:off x="4800600" y="13716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risk spectrum reads in deliverables</a:t>
            </a:r>
            <a:endParaRPr lang="en-US" sz="16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715D969-5633-9FB1-E614-8DFA56CD089D}"/>
              </a:ext>
            </a:extLst>
          </p:cNvPr>
          <p:cNvSpPr/>
          <p:nvPr/>
        </p:nvSpPr>
        <p:spPr>
          <a:xfrm>
            <a:off x="4846320" y="1783080"/>
            <a:ext cx="6675120" cy="0"/>
          </a:xfrm>
          <a:prstGeom prst="line">
            <a:avLst/>
          </a:prstGeom>
          <a:noFill/>
          <a:ln w="6350">
            <a:solidFill>
              <a:srgbClr val="71D2C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0C08672-4257-219C-4507-D3B14C987DA5}"/>
              </a:ext>
            </a:extLst>
          </p:cNvPr>
          <p:cNvSpPr/>
          <p:nvPr/>
        </p:nvSpPr>
        <p:spPr>
          <a:xfrm>
            <a:off x="4846320" y="196596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01  ·  The pattern travo exists to address</a:t>
            </a:r>
            <a:endParaRPr lang="en-US" sz="1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1064AD3-4B16-279E-3C0F-0F5387AF41D0}"/>
              </a:ext>
            </a:extLst>
          </p:cNvPr>
          <p:cNvSpPr/>
          <p:nvPr/>
        </p:nvSpPr>
        <p:spPr>
          <a:xfrm>
            <a:off x="4846320" y="217627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 benchmark  ·  N≈10,000 capital projects</a:t>
            </a:r>
            <a:endParaRPr lang="en-US" sz="7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E8B5FEA-38C7-5EEB-FF56-8F51063ECCB1}"/>
              </a:ext>
            </a:extLst>
          </p:cNvPr>
          <p:cNvSpPr/>
          <p:nvPr/>
        </p:nvSpPr>
        <p:spPr>
          <a:xfrm>
            <a:off x="4846320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-200" dirty="0">
                <a:solidFill>
                  <a:srgbClr val="FF5B5E"/>
                </a:solidFill>
                <a:latin typeface="IBM Plex Mono" panose="020B0509050203000203" pitchFamily="49" charset="0"/>
                <a:ea typeface="Arial" pitchFamily="34" charset="-122"/>
                <a:cs typeface="Arial" pitchFamily="34" charset="-120"/>
              </a:rPr>
              <a:t>70%</a:t>
            </a:r>
            <a:endParaRPr lang="en-US" sz="5000" dirty="0">
              <a:latin typeface="IBM Plex Mono" panose="020B0509050203000203" pitchFamily="49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9353FF9-3035-3DAF-EB5A-A0DDF357B68B}"/>
              </a:ext>
            </a:extLst>
          </p:cNvPr>
          <p:cNvSpPr/>
          <p:nvPr/>
        </p:nvSpPr>
        <p:spPr>
          <a:xfrm>
            <a:off x="4846320" y="3108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OVERRUN BUDGET</a:t>
            </a:r>
            <a:endParaRPr lang="en-US" sz="7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67047FF-5731-4B5B-8490-0D97BA70CA52}"/>
              </a:ext>
            </a:extLst>
          </p:cNvPr>
          <p:cNvSpPr/>
          <p:nvPr/>
        </p:nvSpPr>
        <p:spPr>
          <a:xfrm>
            <a:off x="4846320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-100" dirty="0">
                <a:solidFill>
                  <a:srgbClr val="FFB9BB"/>
                </a:solidFill>
                <a:latin typeface="IBM Plex Mono" panose="020B0509050203000203" pitchFamily="49" charset="0"/>
                <a:ea typeface="Arial" pitchFamily="34" charset="-122"/>
                <a:cs typeface="Arial" pitchFamily="34" charset="-120"/>
              </a:rPr>
              <a:t>≈30%</a:t>
            </a:r>
            <a:endParaRPr lang="en-US" sz="2400" dirty="0">
              <a:latin typeface="IBM Plex Mono" panose="020B0509050203000203" pitchFamily="49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AF2D455-A1EE-79B1-AEDA-BC66452F246F}"/>
              </a:ext>
            </a:extLst>
          </p:cNvPr>
          <p:cNvSpPr/>
          <p:nvPr/>
        </p:nvSpPr>
        <p:spPr>
          <a:xfrm>
            <a:off x="4846320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SIZE OF OVERRUN</a:t>
            </a:r>
            <a:endParaRPr lang="en-US" sz="7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BEA2CDB-6B98-065E-691F-88C61EDBD6AA}"/>
              </a:ext>
            </a:extLst>
          </p:cNvPr>
          <p:cNvSpPr/>
          <p:nvPr/>
        </p:nvSpPr>
        <p:spPr>
          <a:xfrm>
            <a:off x="6675120" y="237744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OUTCOMES VS. BASELINE</a:t>
            </a:r>
            <a:endParaRPr lang="en-US" sz="7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386BC44D-3FE8-74F3-37D5-75F4BA7C3516}"/>
              </a:ext>
            </a:extLst>
          </p:cNvPr>
          <p:cNvSpPr/>
          <p:nvPr/>
        </p:nvSpPr>
        <p:spPr>
          <a:xfrm>
            <a:off x="6675120" y="2606040"/>
            <a:ext cx="387706" cy="365760"/>
          </a:xfrm>
          <a:prstGeom prst="rect">
            <a:avLst/>
          </a:prstGeom>
          <a:solidFill>
            <a:srgbClr val="2C5251"/>
          </a:solidFill>
          <a:ln w="12700">
            <a:solidFill>
              <a:srgbClr val="2C52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F9597B8-06D8-5729-64B4-816CDB8DED15}"/>
              </a:ext>
            </a:extLst>
          </p:cNvPr>
          <p:cNvSpPr/>
          <p:nvPr/>
        </p:nvSpPr>
        <p:spPr>
          <a:xfrm>
            <a:off x="6675120" y="2606040"/>
            <a:ext cx="3877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anose="020B0509050203000203" pitchFamily="49" charset="0"/>
                <a:ea typeface="Consolas" pitchFamily="34" charset="-122"/>
                <a:cs typeface="Consolas" pitchFamily="34" charset="-120"/>
              </a:rPr>
              <a:t>8%</a:t>
            </a:r>
            <a:endParaRPr lang="en-US" sz="1400" dirty="0">
              <a:latin typeface="IBM Plex Mono" panose="020B0509050203000203" pitchFamily="49" charset="0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0F2FDF83-A11B-5633-7C18-7D6781F8125E}"/>
              </a:ext>
            </a:extLst>
          </p:cNvPr>
          <p:cNvSpPr/>
          <p:nvPr/>
        </p:nvSpPr>
        <p:spPr>
          <a:xfrm>
            <a:off x="7062826" y="2606040"/>
            <a:ext cx="1066190" cy="365760"/>
          </a:xfrm>
          <a:prstGeom prst="rect">
            <a:avLst/>
          </a:prstGeom>
          <a:solidFill>
            <a:srgbClr val="71D2CF"/>
          </a:solidFill>
          <a:ln w="12700">
            <a:solidFill>
              <a:srgbClr val="71D2CF"/>
            </a:solidFill>
            <a:prstDash val="solid"/>
          </a:ln>
        </p:spPr>
        <p:txBody>
          <a:bodyPr/>
          <a:lstStyle/>
          <a:p>
            <a:endParaRPr lang="en-US">
              <a:latin typeface="IBM Plex Mono" panose="020B0509050203000203" pitchFamily="49" charset="0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58C1759-7C43-2D2E-748C-F3066463F6A4}"/>
              </a:ext>
            </a:extLst>
          </p:cNvPr>
          <p:cNvSpPr/>
          <p:nvPr/>
        </p:nvSpPr>
        <p:spPr>
          <a:xfrm>
            <a:off x="7062826" y="2606040"/>
            <a:ext cx="1066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26"/>
                </a:solidFill>
                <a:latin typeface="IBM Plex Mono" panose="020B0509050203000203" pitchFamily="49" charset="0"/>
                <a:ea typeface="Consolas" pitchFamily="34" charset="-122"/>
                <a:cs typeface="Consolas" pitchFamily="34" charset="-120"/>
              </a:rPr>
              <a:t>22%</a:t>
            </a:r>
            <a:endParaRPr lang="en-US" sz="1400" dirty="0">
              <a:latin typeface="IBM Plex Mono" panose="020B0509050203000203" pitchFamily="49" charset="0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F8B2914D-C043-B18B-6C5B-92281BED9515}"/>
              </a:ext>
            </a:extLst>
          </p:cNvPr>
          <p:cNvSpPr/>
          <p:nvPr/>
        </p:nvSpPr>
        <p:spPr>
          <a:xfrm>
            <a:off x="8129016" y="2606040"/>
            <a:ext cx="1356970" cy="365760"/>
          </a:xfrm>
          <a:prstGeom prst="rect">
            <a:avLst/>
          </a:prstGeom>
          <a:solidFill>
            <a:srgbClr val="FFB9BB"/>
          </a:solidFill>
          <a:ln w="12700">
            <a:solidFill>
              <a:srgbClr val="FFB9BB"/>
            </a:solidFill>
            <a:prstDash val="solid"/>
          </a:ln>
        </p:spPr>
        <p:txBody>
          <a:bodyPr/>
          <a:lstStyle/>
          <a:p>
            <a:endParaRPr lang="en-US" sz="1400">
              <a:latin typeface="IBM Plex Mono" panose="020B0509050203000203" pitchFamily="49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A59E3F4-E1FC-EBF5-9810-389DB282595F}"/>
              </a:ext>
            </a:extLst>
          </p:cNvPr>
          <p:cNvSpPr/>
          <p:nvPr/>
        </p:nvSpPr>
        <p:spPr>
          <a:xfrm>
            <a:off x="8129016" y="2606040"/>
            <a:ext cx="1356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26"/>
                </a:solidFill>
                <a:latin typeface="IBM Plex Mono" panose="020B0509050203000203" pitchFamily="49" charset="0"/>
                <a:ea typeface="Consolas" pitchFamily="34" charset="-122"/>
                <a:cs typeface="Consolas" pitchFamily="34" charset="-120"/>
              </a:rPr>
              <a:t>28%</a:t>
            </a:r>
            <a:endParaRPr lang="en-US" sz="1400" dirty="0">
              <a:latin typeface="IBM Plex Mono" panose="020B0509050203000203" pitchFamily="49" charset="0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24488BA5-2AD7-E8B1-54EB-DC01F9F0C3DA}"/>
              </a:ext>
            </a:extLst>
          </p:cNvPr>
          <p:cNvSpPr/>
          <p:nvPr/>
        </p:nvSpPr>
        <p:spPr>
          <a:xfrm>
            <a:off x="9485986" y="2606040"/>
            <a:ext cx="2035454" cy="365760"/>
          </a:xfrm>
          <a:prstGeom prst="rect">
            <a:avLst/>
          </a:prstGeom>
          <a:solidFill>
            <a:srgbClr val="FF5B5E"/>
          </a:solidFill>
          <a:ln w="12700">
            <a:solidFill>
              <a:srgbClr val="FF5B5E"/>
            </a:solidFill>
            <a:prstDash val="solid"/>
          </a:ln>
        </p:spPr>
        <p:txBody>
          <a:bodyPr/>
          <a:lstStyle/>
          <a:p>
            <a:endParaRPr lang="en-US" sz="1400">
              <a:latin typeface="IBM Plex Mono" panose="020B0509050203000203" pitchFamily="49" charset="0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B72E082-CB63-BE1B-89F5-6BD06AC5EBB4}"/>
              </a:ext>
            </a:extLst>
          </p:cNvPr>
          <p:cNvSpPr/>
          <p:nvPr/>
        </p:nvSpPr>
        <p:spPr>
          <a:xfrm>
            <a:off x="9485986" y="2606040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anose="020B0509050203000203" pitchFamily="49" charset="0"/>
                <a:ea typeface="Consolas" pitchFamily="34" charset="-122"/>
                <a:cs typeface="Consolas" pitchFamily="34" charset="-120"/>
              </a:rPr>
              <a:t>42%</a:t>
            </a:r>
            <a:endParaRPr lang="en-US" sz="1400" dirty="0">
              <a:latin typeface="IBM Plex Mono" panose="020B0509050203000203" pitchFamily="49" charset="0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5841E21-5817-D106-547C-4D190BF9DB2A}"/>
              </a:ext>
            </a:extLst>
          </p:cNvPr>
          <p:cNvSpPr/>
          <p:nvPr/>
        </p:nvSpPr>
        <p:spPr>
          <a:xfrm>
            <a:off x="6675120" y="3008376"/>
            <a:ext cx="3877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kern="0" spc="1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</a:t>
            </a:r>
            <a:endParaRPr lang="en-US" sz="6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60789014-D764-4996-8CA9-FAADDBE9C158}"/>
              </a:ext>
            </a:extLst>
          </p:cNvPr>
          <p:cNvSpPr/>
          <p:nvPr/>
        </p:nvSpPr>
        <p:spPr>
          <a:xfrm>
            <a:off x="7062826" y="3008376"/>
            <a:ext cx="1066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kern="0" spc="1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ON-BUDGET</a:t>
            </a:r>
            <a:endParaRPr lang="en-US" sz="6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4F176191-C45C-C91F-C50A-D3E3870EEA71}"/>
              </a:ext>
            </a:extLst>
          </p:cNvPr>
          <p:cNvSpPr/>
          <p:nvPr/>
        </p:nvSpPr>
        <p:spPr>
          <a:xfrm>
            <a:off x="8129016" y="3008376"/>
            <a:ext cx="13569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kern="0" spc="1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&lt;30%</a:t>
            </a:r>
            <a:endParaRPr lang="en-US" sz="6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EE3C7F02-C992-79FC-91EC-DED90CFD2911}"/>
              </a:ext>
            </a:extLst>
          </p:cNvPr>
          <p:cNvSpPr/>
          <p:nvPr/>
        </p:nvSpPr>
        <p:spPr>
          <a:xfrm>
            <a:off x="9485986" y="3008376"/>
            <a:ext cx="2035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kern="0" spc="1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≥30%</a:t>
            </a:r>
            <a:endParaRPr lang="en-US" sz="6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6260CECB-BAEB-78A2-0E3B-0F041EA24CC7}"/>
              </a:ext>
            </a:extLst>
          </p:cNvPr>
          <p:cNvSpPr/>
          <p:nvPr/>
        </p:nvSpPr>
        <p:spPr>
          <a:xfrm>
            <a:off x="4846320" y="416052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02  ·  Active portfolio risk position  ·  Service A1 output</a:t>
            </a:r>
            <a:endParaRPr lang="en-US" sz="10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4C1EB132-687C-D076-C677-367F1715700C}"/>
              </a:ext>
            </a:extLst>
          </p:cNvPr>
          <p:cNvSpPr/>
          <p:nvPr/>
        </p:nvSpPr>
        <p:spPr>
          <a:xfrm>
            <a:off x="4846320" y="437083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bar's color encodes its position on the risk spectrum. Coral = critical. Verde = managed.</a:t>
            </a:r>
            <a:endParaRPr lang="en-US" sz="7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5BB1F2B4-C3C0-0340-2A5B-95A0EF081B1A}"/>
              </a:ext>
            </a:extLst>
          </p:cNvPr>
          <p:cNvSpPr/>
          <p:nvPr/>
        </p:nvSpPr>
        <p:spPr>
          <a:xfrm>
            <a:off x="4846320" y="464515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Hoboken Pier Restoration</a:t>
            </a:r>
            <a:endParaRPr lang="en-US" sz="70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8108CD0A-8CBD-B45F-DC4E-F84632F66908}"/>
              </a:ext>
            </a:extLst>
          </p:cNvPr>
          <p:cNvSpPr/>
          <p:nvPr/>
        </p:nvSpPr>
        <p:spPr>
          <a:xfrm>
            <a:off x="6366510" y="4663440"/>
            <a:ext cx="125730" cy="109728"/>
          </a:xfrm>
          <a:prstGeom prst="rect">
            <a:avLst/>
          </a:prstGeom>
          <a:solidFill>
            <a:srgbClr val="2C5251"/>
          </a:solidFill>
          <a:ln w="12700">
            <a:solidFill>
              <a:srgbClr val="2C52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F0BCA1D7-1EA4-7689-E6AE-063FA943F12E}"/>
              </a:ext>
            </a:extLst>
          </p:cNvPr>
          <p:cNvSpPr/>
          <p:nvPr/>
        </p:nvSpPr>
        <p:spPr>
          <a:xfrm>
            <a:off x="6126480" y="46451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-1%</a:t>
            </a:r>
            <a:endParaRPr lang="en-US" sz="7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A04D3B30-A0FB-5389-BF9E-4259D34AD48A}"/>
              </a:ext>
            </a:extLst>
          </p:cNvPr>
          <p:cNvSpPr/>
          <p:nvPr/>
        </p:nvSpPr>
        <p:spPr>
          <a:xfrm>
            <a:off x="4846320" y="479145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Princeton Lab Fit-out</a:t>
            </a:r>
            <a:endParaRPr lang="en-US" sz="70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E2228DB2-8ED7-DF98-452C-AAD056B0518D}"/>
              </a:ext>
            </a:extLst>
          </p:cNvPr>
          <p:cNvSpPr/>
          <p:nvPr/>
        </p:nvSpPr>
        <p:spPr>
          <a:xfrm>
            <a:off x="6492240" y="4809744"/>
            <a:ext cx="502920" cy="109728"/>
          </a:xfrm>
          <a:prstGeom prst="rect">
            <a:avLst/>
          </a:prstGeom>
          <a:solidFill>
            <a:srgbClr val="2C5251"/>
          </a:solidFill>
          <a:ln w="12700">
            <a:solidFill>
              <a:srgbClr val="2C52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5FF5D91A-5112-7521-C271-7EA2C5D68015}"/>
              </a:ext>
            </a:extLst>
          </p:cNvPr>
          <p:cNvSpPr/>
          <p:nvPr/>
        </p:nvSpPr>
        <p:spPr>
          <a:xfrm>
            <a:off x="7040880" y="4791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+4%</a:t>
            </a:r>
            <a:endParaRPr lang="en-US" sz="7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6C6D700B-04A0-0A24-627E-AEACA010CB30}"/>
              </a:ext>
            </a:extLst>
          </p:cNvPr>
          <p:cNvSpPr/>
          <p:nvPr/>
        </p:nvSpPr>
        <p:spPr>
          <a:xfrm>
            <a:off x="4846320" y="49377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Trenton Courts</a:t>
            </a:r>
            <a:endParaRPr lang="en-US" sz="700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02448C9D-57A9-AF61-FD7A-D8915DD16B40}"/>
              </a:ext>
            </a:extLst>
          </p:cNvPr>
          <p:cNvSpPr/>
          <p:nvPr/>
        </p:nvSpPr>
        <p:spPr>
          <a:xfrm>
            <a:off x="6492240" y="4956048"/>
            <a:ext cx="1131570" cy="109728"/>
          </a:xfrm>
          <a:prstGeom prst="rect">
            <a:avLst/>
          </a:prstGeom>
          <a:solidFill>
            <a:srgbClr val="71D2CF"/>
          </a:solidFill>
          <a:ln w="12700">
            <a:solidFill>
              <a:srgbClr val="71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B28D3BF3-A8B3-21F9-5E3D-831057D78558}"/>
              </a:ext>
            </a:extLst>
          </p:cNvPr>
          <p:cNvSpPr/>
          <p:nvPr/>
        </p:nvSpPr>
        <p:spPr>
          <a:xfrm>
            <a:off x="7669530" y="493776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+9%</a:t>
            </a:r>
            <a:endParaRPr lang="en-US" sz="700" dirty="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5B50CCFB-1A8F-2F9D-263E-D8DAD09E072B}"/>
              </a:ext>
            </a:extLst>
          </p:cNvPr>
          <p:cNvSpPr/>
          <p:nvPr/>
        </p:nvSpPr>
        <p:spPr>
          <a:xfrm>
            <a:off x="4846320" y="508406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 Lab Expansion</a:t>
            </a:r>
            <a:endParaRPr lang="en-US" sz="700" dirty="0"/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E00552A9-2C4B-4829-0D30-914352E6E661}"/>
              </a:ext>
            </a:extLst>
          </p:cNvPr>
          <p:cNvSpPr/>
          <p:nvPr/>
        </p:nvSpPr>
        <p:spPr>
          <a:xfrm>
            <a:off x="6492240" y="5102352"/>
            <a:ext cx="1508760" cy="109728"/>
          </a:xfrm>
          <a:prstGeom prst="rect">
            <a:avLst/>
          </a:prstGeom>
          <a:solidFill>
            <a:srgbClr val="B2EBFF"/>
          </a:solidFill>
          <a:ln w="12700">
            <a:solidFill>
              <a:srgbClr val="93A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7855912B-B460-010B-0B64-AEB64FE5879F}"/>
              </a:ext>
            </a:extLst>
          </p:cNvPr>
          <p:cNvSpPr/>
          <p:nvPr/>
        </p:nvSpPr>
        <p:spPr>
          <a:xfrm>
            <a:off x="8046720" y="508406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+12%</a:t>
            </a:r>
            <a:endParaRPr lang="en-US" sz="700" dirty="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3AEE1E2E-D0F2-0638-EE93-9132502FB574}"/>
              </a:ext>
            </a:extLst>
          </p:cNvPr>
          <p:cNvSpPr/>
          <p:nvPr/>
        </p:nvSpPr>
        <p:spPr>
          <a:xfrm>
            <a:off x="4846320" y="52303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Liberty Medical Center</a:t>
            </a:r>
            <a:endParaRPr lang="en-US" sz="700" dirty="0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24673731-A2E1-0E4B-2FB9-34B4755D030A}"/>
              </a:ext>
            </a:extLst>
          </p:cNvPr>
          <p:cNvSpPr/>
          <p:nvPr/>
        </p:nvSpPr>
        <p:spPr>
          <a:xfrm>
            <a:off x="6492240" y="5248656"/>
            <a:ext cx="2388870" cy="109728"/>
          </a:xfrm>
          <a:prstGeom prst="rect">
            <a:avLst/>
          </a:prstGeom>
          <a:solidFill>
            <a:srgbClr val="B2EBFF"/>
          </a:solidFill>
          <a:ln w="12700">
            <a:solidFill>
              <a:srgbClr val="FFB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BCA2084D-756F-B1C8-6985-A3CC96589D9D}"/>
              </a:ext>
            </a:extLst>
          </p:cNvPr>
          <p:cNvSpPr/>
          <p:nvPr/>
        </p:nvSpPr>
        <p:spPr>
          <a:xfrm>
            <a:off x="8926830" y="52303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+19%</a:t>
            </a:r>
            <a:endParaRPr lang="en-US" sz="700" dirty="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8F7E0922-A81E-F592-6582-CE5B5B9A17E0}"/>
              </a:ext>
            </a:extLst>
          </p:cNvPr>
          <p:cNvSpPr/>
          <p:nvPr/>
        </p:nvSpPr>
        <p:spPr>
          <a:xfrm>
            <a:off x="4846320" y="537667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Newark Air Terminal C</a:t>
            </a:r>
            <a:endParaRPr lang="en-US" sz="700" dirty="0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661FB9A4-110B-FA21-F32C-B2428EFCC010}"/>
              </a:ext>
            </a:extLst>
          </p:cNvPr>
          <p:cNvSpPr/>
          <p:nvPr/>
        </p:nvSpPr>
        <p:spPr>
          <a:xfrm>
            <a:off x="6492240" y="5394960"/>
            <a:ext cx="3017520" cy="109728"/>
          </a:xfrm>
          <a:prstGeom prst="rect">
            <a:avLst/>
          </a:prstGeom>
          <a:solidFill>
            <a:srgbClr val="FFB9BB"/>
          </a:solidFill>
          <a:ln w="12700">
            <a:solidFill>
              <a:srgbClr val="FFB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B83506C5-A071-9CA3-DDDC-747417B1CB47}"/>
              </a:ext>
            </a:extLst>
          </p:cNvPr>
          <p:cNvSpPr/>
          <p:nvPr/>
        </p:nvSpPr>
        <p:spPr>
          <a:xfrm>
            <a:off x="9555480" y="5376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+24%</a:t>
            </a:r>
            <a:endParaRPr lang="en-US" sz="700" dirty="0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A8A66F43-5542-E77F-300F-35DAF7ED9E50}"/>
              </a:ext>
            </a:extLst>
          </p:cNvPr>
          <p:cNvSpPr/>
          <p:nvPr/>
        </p:nvSpPr>
        <p:spPr>
          <a:xfrm>
            <a:off x="4846320" y="552297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Tunnel Approach</a:t>
            </a:r>
            <a:endParaRPr lang="en-US" sz="700" dirty="0"/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FEC2FE92-EBBD-7CA2-2A06-F8F3B9982E87}"/>
              </a:ext>
            </a:extLst>
          </p:cNvPr>
          <p:cNvSpPr/>
          <p:nvPr/>
        </p:nvSpPr>
        <p:spPr>
          <a:xfrm>
            <a:off x="6492240" y="5541264"/>
            <a:ext cx="3897630" cy="109728"/>
          </a:xfrm>
          <a:prstGeom prst="rect">
            <a:avLst/>
          </a:prstGeom>
          <a:solidFill>
            <a:srgbClr val="FF5B5E"/>
          </a:solidFill>
          <a:ln w="12700">
            <a:solidFill>
              <a:srgbClr val="FF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7D8818BA-E969-8B75-3B30-88A3703F1968}"/>
              </a:ext>
            </a:extLst>
          </p:cNvPr>
          <p:cNvSpPr/>
          <p:nvPr/>
        </p:nvSpPr>
        <p:spPr>
          <a:xfrm>
            <a:off x="10435590" y="55229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+31%</a:t>
            </a:r>
            <a:endParaRPr lang="en-US" sz="700" dirty="0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220329BA-C834-68F7-B32B-655660BA4109}"/>
              </a:ext>
            </a:extLst>
          </p:cNvPr>
          <p:cNvSpPr/>
          <p:nvPr/>
        </p:nvSpPr>
        <p:spPr>
          <a:xfrm>
            <a:off x="4846320" y="566928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 Interchange 9</a:t>
            </a:r>
            <a:endParaRPr lang="en-US" sz="700" dirty="0"/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1C8B1ACF-5E52-178B-8DDA-1391CCAD739E}"/>
              </a:ext>
            </a:extLst>
          </p:cNvPr>
          <p:cNvSpPr/>
          <p:nvPr/>
        </p:nvSpPr>
        <p:spPr>
          <a:xfrm>
            <a:off x="6492240" y="5687568"/>
            <a:ext cx="4777740" cy="109728"/>
          </a:xfrm>
          <a:prstGeom prst="rect">
            <a:avLst/>
          </a:prstGeom>
          <a:solidFill>
            <a:srgbClr val="FF5B5E"/>
          </a:solidFill>
          <a:ln w="12700">
            <a:solidFill>
              <a:srgbClr val="FF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A31269D8-EE8A-9544-13F1-0F954EAA95EE}"/>
              </a:ext>
            </a:extLst>
          </p:cNvPr>
          <p:cNvSpPr/>
          <p:nvPr/>
        </p:nvSpPr>
        <p:spPr>
          <a:xfrm>
            <a:off x="11315700" y="56692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+38%</a:t>
            </a:r>
            <a:endParaRPr lang="en-US" sz="700" dirty="0"/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A0BF0975-F104-4957-663E-9CFFA4F95FA4}"/>
              </a:ext>
            </a:extLst>
          </p:cNvPr>
          <p:cNvSpPr/>
          <p:nvPr/>
        </p:nvSpPr>
        <p:spPr>
          <a:xfrm>
            <a:off x="0" y="6784848"/>
            <a:ext cx="2432304" cy="73152"/>
          </a:xfrm>
          <a:prstGeom prst="rect">
            <a:avLst/>
          </a:prstGeom>
          <a:solidFill>
            <a:srgbClr val="2C5251"/>
          </a:solidFill>
          <a:ln w="12700">
            <a:solidFill>
              <a:srgbClr val="2C52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7427043F-DC2E-0DA7-48F9-CE11AEB7E310}"/>
              </a:ext>
            </a:extLst>
          </p:cNvPr>
          <p:cNvSpPr/>
          <p:nvPr/>
        </p:nvSpPr>
        <p:spPr>
          <a:xfrm>
            <a:off x="2432304" y="6784848"/>
            <a:ext cx="2432304" cy="73152"/>
          </a:xfrm>
          <a:prstGeom prst="rect">
            <a:avLst/>
          </a:prstGeom>
          <a:solidFill>
            <a:srgbClr val="71D2CF"/>
          </a:solidFill>
          <a:ln w="12700">
            <a:solidFill>
              <a:srgbClr val="71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15FCD7F8-7E34-B694-DE86-25BDD3D5B9C4}"/>
              </a:ext>
            </a:extLst>
          </p:cNvPr>
          <p:cNvSpPr/>
          <p:nvPr/>
        </p:nvSpPr>
        <p:spPr>
          <a:xfrm>
            <a:off x="4864608" y="6784848"/>
            <a:ext cx="2432304" cy="73152"/>
          </a:xfrm>
          <a:prstGeom prst="rect">
            <a:avLst/>
          </a:prstGeom>
          <a:solidFill>
            <a:srgbClr val="93A4B3"/>
          </a:solidFill>
          <a:ln w="12700">
            <a:solidFill>
              <a:srgbClr val="93A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>
            <a:extLst>
              <a:ext uri="{FF2B5EF4-FFF2-40B4-BE49-F238E27FC236}">
                <a16:creationId xmlns:a16="http://schemas.microsoft.com/office/drawing/2014/main" id="{B860729F-E645-6246-2F59-D7E4F2DDDFE5}"/>
              </a:ext>
            </a:extLst>
          </p:cNvPr>
          <p:cNvSpPr/>
          <p:nvPr/>
        </p:nvSpPr>
        <p:spPr>
          <a:xfrm>
            <a:off x="7296912" y="6784848"/>
            <a:ext cx="2432304" cy="73152"/>
          </a:xfrm>
          <a:prstGeom prst="rect">
            <a:avLst/>
          </a:prstGeom>
          <a:solidFill>
            <a:srgbClr val="FFB9BB"/>
          </a:solidFill>
          <a:ln w="12700">
            <a:solidFill>
              <a:srgbClr val="FFB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87DA4270-DCA2-B55A-75BC-4242A1A023B0}"/>
              </a:ext>
            </a:extLst>
          </p:cNvPr>
          <p:cNvSpPr/>
          <p:nvPr/>
        </p:nvSpPr>
        <p:spPr>
          <a:xfrm>
            <a:off x="9729216" y="6784848"/>
            <a:ext cx="2432304" cy="73152"/>
          </a:xfrm>
          <a:prstGeom prst="rect">
            <a:avLst/>
          </a:prstGeom>
          <a:solidFill>
            <a:srgbClr val="FF5B5E"/>
          </a:solidFill>
          <a:ln w="12700">
            <a:solidFill>
              <a:srgbClr val="FF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44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vo-deck/mon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248717" cy="2487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6521" y="42611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0" b="1" kern="0" spc="-100" dirty="0">
                <a:solidFill>
                  <a:srgbClr val="71D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travo</a:t>
            </a:r>
            <a:endParaRPr lang="en-US" sz="1870" dirty="0"/>
          </a:p>
        </p:txBody>
      </p:sp>
      <p:sp>
        <p:nvSpPr>
          <p:cNvPr id="4" name="Text 1"/>
          <p:cNvSpPr/>
          <p:nvPr/>
        </p:nvSpPr>
        <p:spPr>
          <a:xfrm>
            <a:off x="64008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1D2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BELIEF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kern="0" spc="-250" dirty="0">
                <a:solidFill>
                  <a:srgbClr val="FFFFFF"/>
                </a:solidFill>
                <a:latin typeface="Hanken Grotesk" pitchFamily="2" charset="0"/>
                <a:ea typeface="Arial" pitchFamily="34" charset="-122"/>
                <a:cs typeface="Arial" pitchFamily="34" charset="-120"/>
              </a:rPr>
              <a:t>Most construction</a:t>
            </a:r>
            <a:endParaRPr lang="en-US" sz="5200" dirty="0">
              <a:latin typeface="Hanken Grotesk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kern="0" spc="-250" dirty="0">
                <a:solidFill>
                  <a:srgbClr val="FFFFFF"/>
                </a:solidFill>
                <a:latin typeface="Hanken Grotesk" pitchFamily="2" charset="0"/>
                <a:ea typeface="Arial" pitchFamily="34" charset="-122"/>
                <a:cs typeface="Arial" pitchFamily="34" charset="-120"/>
              </a:rPr>
              <a:t>project failures</a:t>
            </a:r>
            <a:endParaRPr lang="en-US" sz="5200" dirty="0">
              <a:latin typeface="Hanken Grotesk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kern="0" spc="-250" dirty="0">
                <a:solidFill>
                  <a:srgbClr val="71D2CF"/>
                </a:solidFill>
                <a:latin typeface="Hanken Grotesk" pitchFamily="2" charset="0"/>
                <a:ea typeface="Arial" pitchFamily="34" charset="-122"/>
                <a:cs typeface="Arial" pitchFamily="34" charset="-120"/>
              </a:rPr>
              <a:t>are quantifiable</a:t>
            </a:r>
            <a:endParaRPr lang="en-US" sz="5200" dirty="0">
              <a:latin typeface="Hanken Grotesk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kern="0" spc="-250" dirty="0">
                <a:solidFill>
                  <a:srgbClr val="71D2CF"/>
                </a:solidFill>
                <a:latin typeface="Hanken Grotesk" pitchFamily="2" charset="0"/>
                <a:ea typeface="Arial" pitchFamily="34" charset="-122"/>
                <a:cs typeface="Arial" pitchFamily="34" charset="-120"/>
              </a:rPr>
              <a:t>in advance.</a:t>
            </a:r>
            <a:endParaRPr lang="en-US" sz="5200" dirty="0">
              <a:latin typeface="Hanken Grotesk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0" y="5074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-300" dirty="0">
                <a:solidFill>
                  <a:srgbClr val="FF5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9144000" y="5349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CAPITAL PROJECTS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kern="0" spc="200" dirty="0">
                <a:solidFill>
                  <a:srgbClr val="93A4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OVERRUN BUDGET BY ≈30%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0" y="6784848"/>
            <a:ext cx="2432304" cy="73152"/>
          </a:xfrm>
          <a:prstGeom prst="rect">
            <a:avLst/>
          </a:prstGeom>
          <a:solidFill>
            <a:srgbClr val="2C5251"/>
          </a:solidFill>
          <a:ln w="12700">
            <a:solidFill>
              <a:srgbClr val="2C52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32304" y="6784848"/>
            <a:ext cx="2432304" cy="73152"/>
          </a:xfrm>
          <a:prstGeom prst="rect">
            <a:avLst/>
          </a:prstGeom>
          <a:solidFill>
            <a:srgbClr val="71D2CF"/>
          </a:solidFill>
          <a:ln w="12700">
            <a:solidFill>
              <a:srgbClr val="71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64608" y="6784848"/>
            <a:ext cx="2432304" cy="73152"/>
          </a:xfrm>
          <a:prstGeom prst="rect">
            <a:avLst/>
          </a:prstGeom>
          <a:solidFill>
            <a:srgbClr val="93A4B3"/>
          </a:solidFill>
          <a:ln w="12700">
            <a:solidFill>
              <a:srgbClr val="93A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296912" y="6784848"/>
            <a:ext cx="2432304" cy="73152"/>
          </a:xfrm>
          <a:prstGeom prst="rect">
            <a:avLst/>
          </a:prstGeom>
          <a:solidFill>
            <a:srgbClr val="FFB9BB"/>
          </a:solidFill>
          <a:ln w="12700">
            <a:solidFill>
              <a:srgbClr val="FFB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729216" y="6784848"/>
            <a:ext cx="2432304" cy="73152"/>
          </a:xfrm>
          <a:prstGeom prst="rect">
            <a:avLst/>
          </a:prstGeom>
          <a:solidFill>
            <a:srgbClr val="FF5B5E"/>
          </a:solidFill>
          <a:ln w="12700">
            <a:solidFill>
              <a:srgbClr val="FF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6DC92-9672-F289-B34C-8B5F686F3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vo-deck/monogram.png">
            <a:extLst>
              <a:ext uri="{FF2B5EF4-FFF2-40B4-BE49-F238E27FC236}">
                <a16:creationId xmlns:a16="http://schemas.microsoft.com/office/drawing/2014/main" id="{336DAFD3-B969-28F2-EF04-C29609339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248717" cy="24871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ED8CADA-F6A5-8C01-01CF-781377BB6AFE}"/>
              </a:ext>
            </a:extLst>
          </p:cNvPr>
          <p:cNvSpPr/>
          <p:nvPr/>
        </p:nvSpPr>
        <p:spPr>
          <a:xfrm>
            <a:off x="966521" y="42611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70" b="1" i="0" u="none" strike="noStrike" kern="0" cap="none" spc="-100" normalizeH="0" baseline="0" noProof="0" dirty="0">
                <a:ln>
                  <a:noFill/>
                </a:ln>
                <a:solidFill>
                  <a:srgbClr val="71D2C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travo</a:t>
            </a:r>
            <a:endParaRPr kumimoji="0" lang="en-US" sz="18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4879E7A-6BF0-A749-36BE-2D09722B76BB}"/>
              </a:ext>
            </a:extLst>
          </p:cNvPr>
          <p:cNvSpPr/>
          <p:nvPr/>
        </p:nvSpPr>
        <p:spPr>
          <a:xfrm>
            <a:off x="64008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400" normalizeH="0" baseline="0" noProof="0" dirty="0">
                <a:ln>
                  <a:noFill/>
                </a:ln>
                <a:solidFill>
                  <a:srgbClr val="71D2C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CORE BELIEF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59299B1-CE09-F18A-C08F-5C99564A0C9B}"/>
              </a:ext>
            </a:extLst>
          </p:cNvPr>
          <p:cNvSpPr/>
          <p:nvPr/>
        </p:nvSpPr>
        <p:spPr>
          <a:xfrm>
            <a:off x="548640" y="16002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i="0" u="none" strike="noStrike" kern="0" cap="none" spc="-2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wsreader" panose="02000000000000000000" pitchFamily="2" charset="0"/>
                <a:ea typeface="Arial" pitchFamily="34" charset="-122"/>
                <a:cs typeface="Arial" pitchFamily="34" charset="-120"/>
              </a:rPr>
              <a:t>Most construction</a:t>
            </a:r>
            <a:endParaRPr kumimoji="0" lang="en-US" sz="5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wsreader" panose="02000000000000000000" pitchFamily="2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D3F31AD-D523-0095-D659-9C10FE1A8D49}"/>
              </a:ext>
            </a:extLst>
          </p:cNvPr>
          <p:cNvSpPr/>
          <p:nvPr/>
        </p:nvSpPr>
        <p:spPr>
          <a:xfrm>
            <a:off x="548640" y="23774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i="0" u="none" strike="noStrike" kern="0" cap="none" spc="-2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wsreader" panose="02000000000000000000" pitchFamily="2" charset="0"/>
                <a:ea typeface="Arial" pitchFamily="34" charset="-122"/>
                <a:cs typeface="Arial" pitchFamily="34" charset="-120"/>
              </a:rPr>
              <a:t>project failures</a:t>
            </a:r>
            <a:endParaRPr kumimoji="0" lang="en-US" sz="5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wsreader" panose="02000000000000000000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42D3331-C4A4-C59A-2331-9ACEC712B046}"/>
              </a:ext>
            </a:extLst>
          </p:cNvPr>
          <p:cNvSpPr/>
          <p:nvPr/>
        </p:nvSpPr>
        <p:spPr>
          <a:xfrm>
            <a:off x="548640" y="3154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i="0" u="none" strike="noStrike" kern="0" cap="none" spc="-250" normalizeH="0" baseline="0" noProof="0" dirty="0">
                <a:ln>
                  <a:noFill/>
                </a:ln>
                <a:solidFill>
                  <a:srgbClr val="71D2CF"/>
                </a:solidFill>
                <a:effectLst/>
                <a:uLnTx/>
                <a:uFillTx/>
                <a:latin typeface="Lora" pitchFamily="2" charset="0"/>
                <a:ea typeface="Arial" pitchFamily="34" charset="-122"/>
                <a:cs typeface="Arial" pitchFamily="34" charset="-120"/>
              </a:rPr>
              <a:t>are quantifiable</a:t>
            </a:r>
            <a:endParaRPr kumimoji="0" lang="en-US" sz="5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ora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8E5D9E7-DC8F-DE32-784E-A00D74A0A429}"/>
              </a:ext>
            </a:extLst>
          </p:cNvPr>
          <p:cNvSpPr/>
          <p:nvPr/>
        </p:nvSpPr>
        <p:spPr>
          <a:xfrm>
            <a:off x="548640" y="39319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i="0" u="none" strike="noStrike" kern="0" cap="none" spc="-250" normalizeH="0" baseline="0" noProof="0" dirty="0">
                <a:ln>
                  <a:noFill/>
                </a:ln>
                <a:solidFill>
                  <a:srgbClr val="71D2CF"/>
                </a:solidFill>
                <a:effectLst/>
                <a:uLnTx/>
                <a:uFillTx/>
                <a:latin typeface="Lora" pitchFamily="2" charset="0"/>
                <a:ea typeface="Arial" pitchFamily="34" charset="-122"/>
                <a:cs typeface="Arial" pitchFamily="34" charset="-120"/>
              </a:rPr>
              <a:t>in advance.</a:t>
            </a:r>
            <a:endParaRPr kumimoji="0" lang="en-US" sz="5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ora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D6E3840-2EFF-F25F-6B66-ED0FE8CF0309}"/>
              </a:ext>
            </a:extLst>
          </p:cNvPr>
          <p:cNvSpPr/>
          <p:nvPr/>
        </p:nvSpPr>
        <p:spPr>
          <a:xfrm>
            <a:off x="6858000" y="5074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1" i="0" u="none" strike="noStrike" kern="0" cap="none" spc="-300" normalizeH="0" baseline="0" noProof="0" dirty="0">
                <a:ln>
                  <a:noFill/>
                </a:ln>
                <a:solidFill>
                  <a:srgbClr val="FF5B5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80199C1-BF47-F39D-DC0E-A0421B9BAFDC}"/>
              </a:ext>
            </a:extLst>
          </p:cNvPr>
          <p:cNvSpPr/>
          <p:nvPr/>
        </p:nvSpPr>
        <p:spPr>
          <a:xfrm>
            <a:off x="9144000" y="5349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93A4B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OF CAPITAL 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93A4B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OVERRUN BUDGET BY ≈30%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5E74970-BEB0-22A4-48D3-78AF1C3B604E}"/>
              </a:ext>
            </a:extLst>
          </p:cNvPr>
          <p:cNvSpPr/>
          <p:nvPr/>
        </p:nvSpPr>
        <p:spPr>
          <a:xfrm>
            <a:off x="0" y="6784848"/>
            <a:ext cx="2432304" cy="73152"/>
          </a:xfrm>
          <a:prstGeom prst="rect">
            <a:avLst/>
          </a:prstGeom>
          <a:solidFill>
            <a:srgbClr val="2C5251"/>
          </a:solidFill>
          <a:ln w="12700">
            <a:solidFill>
              <a:srgbClr val="2C525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B44D66E-D49D-1D9F-1156-579E75BE96E8}"/>
              </a:ext>
            </a:extLst>
          </p:cNvPr>
          <p:cNvSpPr/>
          <p:nvPr/>
        </p:nvSpPr>
        <p:spPr>
          <a:xfrm>
            <a:off x="2432304" y="6784848"/>
            <a:ext cx="2432304" cy="73152"/>
          </a:xfrm>
          <a:prstGeom prst="rect">
            <a:avLst/>
          </a:prstGeom>
          <a:solidFill>
            <a:srgbClr val="71D2CF"/>
          </a:solidFill>
          <a:ln w="12700">
            <a:solidFill>
              <a:srgbClr val="71D2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1C3B465-527F-DBFD-65A8-8CF6CB95A558}"/>
              </a:ext>
            </a:extLst>
          </p:cNvPr>
          <p:cNvSpPr/>
          <p:nvPr/>
        </p:nvSpPr>
        <p:spPr>
          <a:xfrm>
            <a:off x="4864608" y="6784848"/>
            <a:ext cx="2432304" cy="73152"/>
          </a:xfrm>
          <a:prstGeom prst="rect">
            <a:avLst/>
          </a:prstGeom>
          <a:solidFill>
            <a:srgbClr val="93A4B3"/>
          </a:solidFill>
          <a:ln w="12700">
            <a:solidFill>
              <a:srgbClr val="93A4B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B2747DF-DFB1-81F1-40AC-660E2C3306F0}"/>
              </a:ext>
            </a:extLst>
          </p:cNvPr>
          <p:cNvSpPr/>
          <p:nvPr/>
        </p:nvSpPr>
        <p:spPr>
          <a:xfrm>
            <a:off x="7296912" y="6784848"/>
            <a:ext cx="2432304" cy="73152"/>
          </a:xfrm>
          <a:prstGeom prst="rect">
            <a:avLst/>
          </a:prstGeom>
          <a:solidFill>
            <a:srgbClr val="FFB9BB"/>
          </a:solidFill>
          <a:ln w="12700">
            <a:solidFill>
              <a:srgbClr val="FFB9B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E63FA611-F082-304B-A7F3-90E25CAA887F}"/>
              </a:ext>
            </a:extLst>
          </p:cNvPr>
          <p:cNvSpPr/>
          <p:nvPr/>
        </p:nvSpPr>
        <p:spPr>
          <a:xfrm>
            <a:off x="9729216" y="6784848"/>
            <a:ext cx="2432304" cy="73152"/>
          </a:xfrm>
          <a:prstGeom prst="rect">
            <a:avLst/>
          </a:prstGeom>
          <a:solidFill>
            <a:srgbClr val="FF5B5E"/>
          </a:solidFill>
          <a:ln w="12700">
            <a:solidFill>
              <a:srgbClr val="FF5B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2260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E4F74-82A3-55AA-D71D-691F5517D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6C8190-F64F-935B-3938-EC3FEDA643E1}"/>
              </a:ext>
            </a:extLst>
          </p:cNvPr>
          <p:cNvSpPr/>
          <p:nvPr/>
        </p:nvSpPr>
        <p:spPr>
          <a:xfrm>
            <a:off x="3316822" y="2040699"/>
            <a:ext cx="868732" cy="1011743"/>
          </a:xfrm>
          <a:prstGeom prst="rect">
            <a:avLst/>
          </a:prstGeom>
          <a:solidFill>
            <a:srgbClr val="71D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113</a:t>
            </a:r>
          </a:p>
          <a:p>
            <a:pPr algn="ctr"/>
            <a:r>
              <a:rPr lang="en-US" sz="1200" dirty="0"/>
              <a:t>210</a:t>
            </a:r>
          </a:p>
          <a:p>
            <a:pPr algn="ctr"/>
            <a:r>
              <a:rPr lang="en-US" sz="1200" dirty="0"/>
              <a:t>207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2DA70E-E908-600E-3175-4A9E375D31D2}"/>
              </a:ext>
            </a:extLst>
          </p:cNvPr>
          <p:cNvSpPr/>
          <p:nvPr/>
        </p:nvSpPr>
        <p:spPr>
          <a:xfrm>
            <a:off x="4185554" y="2040706"/>
            <a:ext cx="868732" cy="1011743"/>
          </a:xfrm>
          <a:prstGeom prst="rect">
            <a:avLst/>
          </a:prstGeom>
          <a:solidFill>
            <a:srgbClr val="2C52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44</a:t>
            </a:r>
          </a:p>
          <a:p>
            <a:pPr algn="ctr"/>
            <a:r>
              <a:rPr lang="en-US" sz="1200" dirty="0"/>
              <a:t>82</a:t>
            </a:r>
          </a:p>
          <a:p>
            <a:pPr algn="ctr"/>
            <a:r>
              <a:rPr lang="en-US" sz="1200" dirty="0"/>
              <a:t>81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DD7E90-C128-4140-2697-479A6EE4FBDC}"/>
              </a:ext>
            </a:extLst>
          </p:cNvPr>
          <p:cNvSpPr/>
          <p:nvPr/>
        </p:nvSpPr>
        <p:spPr>
          <a:xfrm>
            <a:off x="655426" y="2040705"/>
            <a:ext cx="868732" cy="1011743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255</a:t>
            </a:r>
          </a:p>
          <a:p>
            <a:pPr algn="ctr"/>
            <a:r>
              <a:rPr lang="en-US" sz="1200" dirty="0"/>
              <a:t>91</a:t>
            </a:r>
          </a:p>
          <a:p>
            <a:pPr algn="ctr"/>
            <a:r>
              <a:rPr lang="en-US" sz="1200" dirty="0"/>
              <a:t>94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8EAE8D-191E-D20D-3223-D92E7A7BB5AE}"/>
              </a:ext>
            </a:extLst>
          </p:cNvPr>
          <p:cNvSpPr/>
          <p:nvPr/>
        </p:nvSpPr>
        <p:spPr>
          <a:xfrm>
            <a:off x="1518237" y="2040701"/>
            <a:ext cx="914400" cy="1011743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255</a:t>
            </a:r>
          </a:p>
          <a:p>
            <a:pPr algn="ctr"/>
            <a:r>
              <a:rPr lang="en-US" sz="1200" dirty="0"/>
              <a:t>185</a:t>
            </a:r>
          </a:p>
          <a:p>
            <a:pPr algn="ctr"/>
            <a:r>
              <a:rPr lang="en-US" sz="1200" dirty="0"/>
              <a:t>187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BE470A-BCCF-C7EE-1B69-328F5F306F51}"/>
              </a:ext>
            </a:extLst>
          </p:cNvPr>
          <p:cNvSpPr/>
          <p:nvPr/>
        </p:nvSpPr>
        <p:spPr>
          <a:xfrm>
            <a:off x="9575040" y="2040702"/>
            <a:ext cx="918147" cy="1011745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30</a:t>
            </a:r>
          </a:p>
          <a:p>
            <a:pPr algn="ctr"/>
            <a:r>
              <a:rPr lang="en-US" sz="1200" dirty="0"/>
              <a:t>30</a:t>
            </a:r>
          </a:p>
          <a:p>
            <a:pPr algn="ctr"/>
            <a:r>
              <a:rPr lang="en-US" sz="1200" dirty="0"/>
              <a:t>46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7E1B13-552D-3074-ED32-678BAFF866AD}"/>
              </a:ext>
            </a:extLst>
          </p:cNvPr>
          <p:cNvSpPr/>
          <p:nvPr/>
        </p:nvSpPr>
        <p:spPr>
          <a:xfrm>
            <a:off x="8630588" y="2040701"/>
            <a:ext cx="918147" cy="1011745"/>
          </a:xfrm>
          <a:prstGeom prst="rect">
            <a:avLst/>
          </a:prstGeom>
          <a:solidFill>
            <a:srgbClr val="2C2D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44</a:t>
            </a:r>
          </a:p>
          <a:p>
            <a:pPr algn="ctr"/>
            <a:r>
              <a:rPr lang="en-US" sz="1200" dirty="0"/>
              <a:t>45</a:t>
            </a:r>
          </a:p>
          <a:p>
            <a:pPr algn="ctr"/>
            <a:r>
              <a:rPr lang="en-US" sz="1200" dirty="0"/>
              <a:t>82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DFA641-C800-C0B3-0A4C-6101C9AD93E1}"/>
              </a:ext>
            </a:extLst>
          </p:cNvPr>
          <p:cNvSpPr/>
          <p:nvPr/>
        </p:nvSpPr>
        <p:spPr>
          <a:xfrm>
            <a:off x="6406770" y="2040702"/>
            <a:ext cx="868732" cy="1011744"/>
          </a:xfrm>
          <a:prstGeom prst="rect">
            <a:avLst/>
          </a:prstGeom>
          <a:solidFill>
            <a:srgbClr val="93A4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147</a:t>
            </a:r>
          </a:p>
          <a:p>
            <a:pPr algn="ctr"/>
            <a:r>
              <a:rPr lang="en-US" sz="1200" dirty="0"/>
              <a:t>164</a:t>
            </a:r>
          </a:p>
          <a:p>
            <a:pPr algn="ctr"/>
            <a:r>
              <a:rPr lang="en-US" sz="1200" dirty="0"/>
              <a:t>179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B47B0E-E876-A036-CFF4-6EDD0794D963}"/>
              </a:ext>
            </a:extLst>
          </p:cNvPr>
          <p:cNvSpPr txBox="1"/>
          <p:nvPr/>
        </p:nvSpPr>
        <p:spPr>
          <a:xfrm>
            <a:off x="373279" y="794050"/>
            <a:ext cx="274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otham" pitchFamily="50" charset="0"/>
                <a:cs typeface="Gotham" pitchFamily="50" charset="0"/>
              </a:rPr>
              <a:t>Final Palette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546586-AF7D-D924-E13E-BE14B6447E6D}"/>
              </a:ext>
            </a:extLst>
          </p:cNvPr>
          <p:cNvSpPr/>
          <p:nvPr/>
        </p:nvSpPr>
        <p:spPr>
          <a:xfrm>
            <a:off x="2439063" y="2040700"/>
            <a:ext cx="868732" cy="1011743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197</a:t>
            </a:r>
          </a:p>
          <a:p>
            <a:pPr algn="ctr"/>
            <a:r>
              <a:rPr lang="en-US" sz="1200" dirty="0"/>
              <a:t>236</a:t>
            </a:r>
          </a:p>
          <a:p>
            <a:pPr algn="ctr"/>
            <a:r>
              <a:rPr lang="en-US" sz="1200" dirty="0"/>
              <a:t>254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55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teal_to_coral_gradient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79008"/>
            <a:ext cx="12191695" cy="10789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944" y="15727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Dark Teal → Coral Alert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713232" y="2359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E8F5F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continuous palette gradient with exact RGB swatches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3232" y="40416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F5F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#2C5251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9802368" y="40416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F5F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#FF5B5E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Continuous gradient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D67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Five exact anchors at 0%, 25%, 50%, 75%, and 100%.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/mnt/data/dark_teal_to_coral_continuous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72768"/>
            <a:ext cx="10808208" cy="1389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" y="3127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D6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Dark Teal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131552" y="3127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D6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Coral Alert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38912" y="3730752"/>
            <a:ext cx="512064" cy="438912"/>
          </a:xfrm>
          <a:prstGeom prst="rect">
            <a:avLst/>
          </a:prstGeom>
          <a:solidFill>
            <a:srgbClr val="2C525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9041892" y="5212080"/>
            <a:ext cx="1600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#2C5251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44, 82, 81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140964" y="3730752"/>
            <a:ext cx="512064" cy="438912"/>
          </a:xfrm>
          <a:prstGeom prst="rect">
            <a:avLst/>
          </a:prstGeom>
          <a:solidFill>
            <a:srgbClr val="71D2C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135868" y="5212080"/>
            <a:ext cx="1600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#71D2CF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113, 210, 207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843016" y="3730752"/>
            <a:ext cx="512064" cy="438912"/>
          </a:xfrm>
          <a:prstGeom prst="rect">
            <a:avLst/>
          </a:prstGeom>
          <a:solidFill>
            <a:srgbClr val="C5EC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298948" y="4270248"/>
            <a:ext cx="1600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50%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#C5ECFE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197, 236, 254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545068" y="3730752"/>
            <a:ext cx="512064" cy="438912"/>
          </a:xfrm>
          <a:prstGeom prst="rect">
            <a:avLst/>
          </a:prstGeom>
          <a:solidFill>
            <a:srgbClr val="FFB9B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001000" y="4270248"/>
            <a:ext cx="1600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#FFB9BB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255, 185, 187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1247120" y="3730752"/>
            <a:ext cx="512064" cy="438912"/>
          </a:xfrm>
          <a:prstGeom prst="rect">
            <a:avLst/>
          </a:prstGeom>
          <a:solidFill>
            <a:srgbClr val="FF5B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088575" y="4270248"/>
            <a:ext cx="1600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100%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#FF5B5E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255, 91, 94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194560" y="57424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sRGB linear interpolation, segmented through each supplied palette color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D6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gradient is continuous; the swatches on the next slide are sampled from the same path.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A2A47B-82B3-76D5-52C2-D384AA36A5A6}"/>
              </a:ext>
            </a:extLst>
          </p:cNvPr>
          <p:cNvSpPr/>
          <p:nvPr/>
        </p:nvSpPr>
        <p:spPr>
          <a:xfrm>
            <a:off x="8442924" y="4910328"/>
            <a:ext cx="868732" cy="1011743"/>
          </a:xfrm>
          <a:prstGeom prst="rect">
            <a:avLst/>
          </a:prstGeom>
          <a:solidFill>
            <a:srgbClr val="FF5B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255</a:t>
            </a:r>
          </a:p>
          <a:p>
            <a:pPr algn="ctr"/>
            <a:r>
              <a:rPr lang="en-US" sz="1200" dirty="0"/>
              <a:t>91</a:t>
            </a:r>
          </a:p>
          <a:p>
            <a:pPr algn="ctr"/>
            <a:r>
              <a:rPr lang="en-US" sz="1200" dirty="0"/>
              <a:t>94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E84569-5A81-EADD-0080-7157D1117AF8}"/>
              </a:ext>
            </a:extLst>
          </p:cNvPr>
          <p:cNvSpPr/>
          <p:nvPr/>
        </p:nvSpPr>
        <p:spPr>
          <a:xfrm>
            <a:off x="9364665" y="4892043"/>
            <a:ext cx="914400" cy="1011743"/>
          </a:xfrm>
          <a:prstGeom prst="rect">
            <a:avLst/>
          </a:prstGeom>
          <a:solidFill>
            <a:srgbClr val="FFB9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255</a:t>
            </a:r>
          </a:p>
          <a:p>
            <a:pPr algn="ctr"/>
            <a:r>
              <a:rPr lang="en-US" sz="1200" dirty="0"/>
              <a:t>185</a:t>
            </a:r>
          </a:p>
          <a:p>
            <a:pPr algn="ctr"/>
            <a:r>
              <a:rPr lang="en-US" sz="1200" dirty="0"/>
              <a:t>187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AFC078-FAF0-4F50-17E0-2096110E3C82}"/>
              </a:ext>
            </a:extLst>
          </p:cNvPr>
          <p:cNvSpPr/>
          <p:nvPr/>
        </p:nvSpPr>
        <p:spPr>
          <a:xfrm>
            <a:off x="10337686" y="4892046"/>
            <a:ext cx="868732" cy="1011743"/>
          </a:xfrm>
          <a:prstGeom prst="rect">
            <a:avLst/>
          </a:prstGeom>
          <a:solidFill>
            <a:srgbClr val="C5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197</a:t>
            </a:r>
          </a:p>
          <a:p>
            <a:pPr algn="ctr"/>
            <a:r>
              <a:rPr lang="en-US" sz="1200" dirty="0"/>
              <a:t>236</a:t>
            </a:r>
          </a:p>
          <a:p>
            <a:pPr algn="ctr"/>
            <a:r>
              <a:rPr lang="en-US" sz="1200" dirty="0"/>
              <a:t>254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890998-F469-020A-5F01-58BE42AB4FA9}"/>
              </a:ext>
            </a:extLst>
          </p:cNvPr>
          <p:cNvSpPr/>
          <p:nvPr/>
        </p:nvSpPr>
        <p:spPr>
          <a:xfrm>
            <a:off x="11275277" y="4901187"/>
            <a:ext cx="868732" cy="1011743"/>
          </a:xfrm>
          <a:prstGeom prst="rect">
            <a:avLst/>
          </a:prstGeom>
          <a:solidFill>
            <a:srgbClr val="59D1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89</a:t>
            </a:r>
          </a:p>
          <a:p>
            <a:pPr algn="ctr"/>
            <a:r>
              <a:rPr lang="en-US" sz="1200" dirty="0"/>
              <a:t>209</a:t>
            </a:r>
          </a:p>
          <a:p>
            <a:pPr algn="ctr"/>
            <a:r>
              <a:rPr lang="en-US" sz="1200" dirty="0"/>
              <a:t>206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5884E0-FA84-8FB2-6D4D-A42157EEEA51}"/>
              </a:ext>
            </a:extLst>
          </p:cNvPr>
          <p:cNvSpPr/>
          <p:nvPr/>
        </p:nvSpPr>
        <p:spPr>
          <a:xfrm>
            <a:off x="12192000" y="4892041"/>
            <a:ext cx="868732" cy="1011743"/>
          </a:xfrm>
          <a:prstGeom prst="rect">
            <a:avLst/>
          </a:prstGeom>
          <a:solidFill>
            <a:srgbClr val="1854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24</a:t>
            </a:r>
          </a:p>
          <a:p>
            <a:pPr algn="ctr"/>
            <a:r>
              <a:rPr lang="en-US" sz="1200" dirty="0"/>
              <a:t>84</a:t>
            </a:r>
          </a:p>
          <a:p>
            <a:pPr algn="ctr"/>
            <a:r>
              <a:rPr lang="en-US" sz="1200" dirty="0"/>
              <a:t>83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Swatches sampled from the continuous path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D67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13 exact stops shown; 11 are between the endpoints. Anchor swatches are outlined.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76376" y="1481328"/>
            <a:ext cx="1225296" cy="749808"/>
          </a:xfrm>
          <a:prstGeom prst="rect">
            <a:avLst/>
          </a:prstGeom>
          <a:solidFill>
            <a:srgbClr val="2C5251"/>
          </a:solidFill>
          <a:ln w="19050">
            <a:solidFill>
              <a:srgbClr val="18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76376" y="168249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30656" y="237744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Dark Teal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#2C5251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44, 82, 81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11984" y="1481328"/>
            <a:ext cx="1225296" cy="749808"/>
          </a:xfrm>
          <a:prstGeom prst="rect">
            <a:avLst/>
          </a:prstGeom>
          <a:solidFill>
            <a:srgbClr val="48858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11984" y="168249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66264" y="237744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Kelp Veil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#488583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72, 133, 131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47592" y="1481328"/>
            <a:ext cx="1225296" cy="749808"/>
          </a:xfrm>
          <a:prstGeom prst="rect">
            <a:avLst/>
          </a:prstGeom>
          <a:solidFill>
            <a:srgbClr val="63B8B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47592" y="168249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01872" y="237744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Sea Glass Rise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#63B8B6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99, 184, 182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3200" y="1481328"/>
            <a:ext cx="1225296" cy="749808"/>
          </a:xfrm>
          <a:prstGeom prst="rect">
            <a:avLst/>
          </a:prstGeom>
          <a:solidFill>
            <a:srgbClr val="71D2CF"/>
          </a:solidFill>
          <a:ln w="19050">
            <a:solidFill>
              <a:srgbClr val="18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3200" y="168249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25%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37480" y="237744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Aqua Anchor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#71D2CF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113, 210, 207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18808" y="1481328"/>
            <a:ext cx="1225296" cy="749808"/>
          </a:xfrm>
          <a:prstGeom prst="rect">
            <a:avLst/>
          </a:prstGeom>
          <a:solidFill>
            <a:srgbClr val="82D7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18808" y="168249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30%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73088" y="237744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Cool Mist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#82D7D8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130, 215, 216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354416" y="1481328"/>
            <a:ext cx="1225296" cy="749808"/>
          </a:xfrm>
          <a:prstGeom prst="rect">
            <a:avLst/>
          </a:prstGeom>
          <a:solidFill>
            <a:srgbClr val="A3E2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54416" y="168249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40%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08696" y="237744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Blue Vapor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#A3E2EB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163, 226, 235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790024" y="1481328"/>
            <a:ext cx="1225296" cy="749808"/>
          </a:xfrm>
          <a:prstGeom prst="rect">
            <a:avLst/>
          </a:prstGeom>
          <a:solidFill>
            <a:srgbClr val="C5ECFE"/>
          </a:solidFill>
          <a:ln w="19050">
            <a:solidFill>
              <a:srgbClr val="18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90024" y="168249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50%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44304" y="237744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Air Blue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#C5ECFE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197, 236, 254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894180" y="3721608"/>
            <a:ext cx="1225296" cy="749808"/>
          </a:xfrm>
          <a:prstGeom prst="rect">
            <a:avLst/>
          </a:prstGeom>
          <a:solidFill>
            <a:srgbClr val="DCD8E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894180" y="39227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60%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848460" y="461772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Lavender Haze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#DCD8E3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220, 216, 227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329788" y="3721608"/>
            <a:ext cx="1225296" cy="749808"/>
          </a:xfrm>
          <a:prstGeom prst="rect">
            <a:avLst/>
          </a:prstGeom>
          <a:solidFill>
            <a:srgbClr val="F3C3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29788" y="39227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70%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284068" y="461772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Blush Cloud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#F3C3C8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243, 195, 200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65396" y="3721608"/>
            <a:ext cx="1225296" cy="749808"/>
          </a:xfrm>
          <a:prstGeom prst="rect">
            <a:avLst/>
          </a:prstGeom>
          <a:solidFill>
            <a:srgbClr val="FFB9BB"/>
          </a:solidFill>
          <a:ln w="19050">
            <a:solidFill>
              <a:srgbClr val="18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65396" y="39227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75%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19676" y="461772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Blush Anchor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#FFB9BB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255, 185, 187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01004" y="3721608"/>
            <a:ext cx="1225296" cy="749808"/>
          </a:xfrm>
          <a:prstGeom prst="rect">
            <a:avLst/>
          </a:prstGeom>
          <a:solidFill>
            <a:srgbClr val="FFA6A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201004" y="39227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80%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55284" y="461772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First Flush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#FFA6A8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255, 166, 168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636612" y="3721608"/>
            <a:ext cx="1225296" cy="749808"/>
          </a:xfrm>
          <a:prstGeom prst="rect">
            <a:avLst/>
          </a:prstGeom>
          <a:solidFill>
            <a:srgbClr val="FF818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636612" y="39227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90%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590892" y="461772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Alert Glow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#FF8183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255, 129, 131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072220" y="3721608"/>
            <a:ext cx="1225296" cy="749808"/>
          </a:xfrm>
          <a:prstGeom prst="rect">
            <a:avLst/>
          </a:prstGeom>
          <a:solidFill>
            <a:srgbClr val="FF5B5E"/>
          </a:solidFill>
          <a:ln w="19050">
            <a:solidFill>
              <a:srgbClr val="182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072220" y="39227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100%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026500" y="4617720"/>
            <a:ext cx="131673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Coral Alert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#FF5B5E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 255, 91, 94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D6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Anchor stops: 0%, 25%, 50%, 75%, and 100%.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Exact color values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D67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Ordered from Dark Teal to Coral Alert along the same continuous gradient.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9756648" cy="329184"/>
          </a:xfrm>
          <a:prstGeom prst="rect">
            <a:avLst/>
          </a:prstGeom>
          <a:solidFill>
            <a:srgbClr val="2C5251"/>
          </a:solidFill>
          <a:ln w="12700">
            <a:solidFill>
              <a:srgbClr val="2C525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" y="140817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Stop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63040" y="14081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01568" y="1408176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HEX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0" y="1408176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RGB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72200" y="1408176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Role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04888" y="1408176"/>
            <a:ext cx="3255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Gradient chip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368" y="1655064"/>
            <a:ext cx="975664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3232" y="173736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3040" y="173736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Dark Teal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01568" y="1737360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#2C5251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0" y="1737360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44, 82, 81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72200" y="173736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anchor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23176" y="1719072"/>
            <a:ext cx="3218688" cy="182880"/>
          </a:xfrm>
          <a:prstGeom prst="rect">
            <a:avLst/>
          </a:prstGeom>
          <a:solidFill>
            <a:srgbClr val="2C5251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1984248"/>
            <a:ext cx="9756648" cy="329184"/>
          </a:xfrm>
          <a:prstGeom prst="rect">
            <a:avLst/>
          </a:prstGeom>
          <a:solidFill>
            <a:srgbClr val="F1ECE4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" y="2066544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63040" y="206654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Kelp Veil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01568" y="2066544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#488583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0" y="206654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72, 133, 131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72200" y="2066544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sample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123176" y="2048256"/>
            <a:ext cx="3218688" cy="182880"/>
          </a:xfrm>
          <a:prstGeom prst="rect">
            <a:avLst/>
          </a:prstGeom>
          <a:solidFill>
            <a:srgbClr val="488583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8368" y="2313432"/>
            <a:ext cx="975664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3232" y="239572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63040" y="23957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Sea Glass Rise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01568" y="2395728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#63B8B6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0" y="2395728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99, 184, 182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72200" y="2395728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sample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123176" y="2377440"/>
            <a:ext cx="3218688" cy="182880"/>
          </a:xfrm>
          <a:prstGeom prst="rect">
            <a:avLst/>
          </a:prstGeom>
          <a:solidFill>
            <a:srgbClr val="63B8B6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8368" y="2642616"/>
            <a:ext cx="9756648" cy="329184"/>
          </a:xfrm>
          <a:prstGeom prst="rect">
            <a:avLst/>
          </a:prstGeom>
          <a:solidFill>
            <a:srgbClr val="F1ECE4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3232" y="272491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25%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63040" y="272491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Aqua Anchor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401568" y="2724912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#71D2CF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72000" y="2724912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113, 210, 207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72200" y="272491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anchor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123176" y="2706624"/>
            <a:ext cx="3218688" cy="182880"/>
          </a:xfrm>
          <a:prstGeom prst="rect">
            <a:avLst/>
          </a:prstGeom>
          <a:solidFill>
            <a:srgbClr val="71D2CF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58368" y="2971800"/>
            <a:ext cx="975664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13232" y="305409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30%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463040" y="305409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Cool Mist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401568" y="3054096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#82D7D8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0" y="3054096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130, 215, 216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172200" y="3054096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sample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123176" y="3035808"/>
            <a:ext cx="3218688" cy="182880"/>
          </a:xfrm>
          <a:prstGeom prst="rect">
            <a:avLst/>
          </a:prstGeom>
          <a:solidFill>
            <a:srgbClr val="82D7D8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58368" y="3300984"/>
            <a:ext cx="9756648" cy="329184"/>
          </a:xfrm>
          <a:prstGeom prst="rect">
            <a:avLst/>
          </a:prstGeom>
          <a:solidFill>
            <a:srgbClr val="F1ECE4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13232" y="338328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40%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463040" y="338328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Blue Vapor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401568" y="3383280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#A3E2EB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572000" y="3383280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163, 226, 235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172200" y="338328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sample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123176" y="3364992"/>
            <a:ext cx="3218688" cy="182880"/>
          </a:xfrm>
          <a:prstGeom prst="rect">
            <a:avLst/>
          </a:prstGeom>
          <a:solidFill>
            <a:srgbClr val="A3E2EB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58368" y="3630168"/>
            <a:ext cx="975664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13232" y="3712464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50%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463040" y="371246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Air Blue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3401568" y="3712464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#C5ECFE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572000" y="371246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197, 236, 254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172200" y="3712464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anchor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123176" y="3694176"/>
            <a:ext cx="3218688" cy="182880"/>
          </a:xfrm>
          <a:prstGeom prst="rect">
            <a:avLst/>
          </a:prstGeom>
          <a:solidFill>
            <a:srgbClr val="C5ECFE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58368" y="3959352"/>
            <a:ext cx="9756648" cy="329184"/>
          </a:xfrm>
          <a:prstGeom prst="rect">
            <a:avLst/>
          </a:prstGeom>
          <a:solidFill>
            <a:srgbClr val="F1ECE4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13232" y="404164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60%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463040" y="404164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Lavender Haze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401568" y="4041648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#DCD8E3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4572000" y="4041648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220, 216, 227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172200" y="4041648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sample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123176" y="4023360"/>
            <a:ext cx="3218688" cy="182880"/>
          </a:xfrm>
          <a:prstGeom prst="rect">
            <a:avLst/>
          </a:prstGeom>
          <a:solidFill>
            <a:srgbClr val="DCD8E3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658368" y="4288536"/>
            <a:ext cx="975664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713232" y="437083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70%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463040" y="437083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Blush Cloud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3401568" y="4370832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#F3C3C8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4572000" y="4370832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243, 195, 200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172200" y="437083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sample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123176" y="4352544"/>
            <a:ext cx="3218688" cy="182880"/>
          </a:xfrm>
          <a:prstGeom prst="rect">
            <a:avLst/>
          </a:prstGeom>
          <a:solidFill>
            <a:srgbClr val="F3C3C8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58368" y="4617720"/>
            <a:ext cx="9756648" cy="329184"/>
          </a:xfrm>
          <a:prstGeom prst="rect">
            <a:avLst/>
          </a:prstGeom>
          <a:solidFill>
            <a:srgbClr val="F1ECE4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13232" y="470001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75%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1463040" y="470001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Blush Anchor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3401568" y="4700016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#FFB9BB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4572000" y="4700016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255, 185, 187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6172200" y="4700016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anchor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7123176" y="4681728"/>
            <a:ext cx="3218688" cy="182880"/>
          </a:xfrm>
          <a:prstGeom prst="rect">
            <a:avLst/>
          </a:prstGeom>
          <a:solidFill>
            <a:srgbClr val="FFB9BB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658368" y="4946904"/>
            <a:ext cx="975664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713232" y="502920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80%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1463040" y="502920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First Flush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3401568" y="5029200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#FFA6A8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4572000" y="5029200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255, 166, 168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6172200" y="502920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sample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7123176" y="5010912"/>
            <a:ext cx="3218688" cy="182880"/>
          </a:xfrm>
          <a:prstGeom prst="rect">
            <a:avLst/>
          </a:prstGeom>
          <a:solidFill>
            <a:srgbClr val="FFA6A8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658368" y="5276088"/>
            <a:ext cx="9756648" cy="329184"/>
          </a:xfrm>
          <a:prstGeom prst="rect">
            <a:avLst/>
          </a:prstGeom>
          <a:solidFill>
            <a:srgbClr val="F1ECE4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713232" y="5358384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90%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1463040" y="535838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Alert Glow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3401568" y="5358384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#FF8183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4572000" y="535838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255, 129, 131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6172200" y="5358384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sample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7123176" y="5340096"/>
            <a:ext cx="3218688" cy="182880"/>
          </a:xfrm>
          <a:prstGeom prst="rect">
            <a:avLst/>
          </a:prstGeom>
          <a:solidFill>
            <a:srgbClr val="FF8183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658368" y="5605272"/>
            <a:ext cx="975664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DD6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713232" y="56875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100%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1463040" y="568756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Coral Alert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3401568" y="5687568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#FF5B5E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4572000" y="5687568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255, 91, 94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6172200" y="5687568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182A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anchor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7123176" y="5669280"/>
            <a:ext cx="3218688" cy="182880"/>
          </a:xfrm>
          <a:prstGeom prst="rect">
            <a:avLst/>
          </a:prstGeom>
          <a:solidFill>
            <a:srgbClr val="FF5B5E"/>
          </a:solidFill>
          <a:ln w="3175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D6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 HEX values are derived directly from the RGB values shown.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9842" cy="1078992"/>
          </a:xfrm>
          <a:prstGeom prst="rect">
            <a:avLst/>
          </a:prstGeom>
          <a:solidFill>
            <a:srgbClr val="FF5B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741671" y="0"/>
            <a:ext cx="1739842" cy="1078992"/>
          </a:xfrm>
          <a:prstGeom prst="rect">
            <a:avLst/>
          </a:prstGeom>
          <a:solidFill>
            <a:srgbClr val="FFB9B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83341" y="0"/>
            <a:ext cx="1739842" cy="1078992"/>
          </a:xfrm>
          <a:prstGeom prst="rect">
            <a:avLst/>
          </a:prstGeom>
          <a:solidFill>
            <a:srgbClr val="C5EC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25012" y="0"/>
            <a:ext cx="1739842" cy="1078992"/>
          </a:xfrm>
          <a:prstGeom prst="rect">
            <a:avLst/>
          </a:prstGeom>
          <a:solidFill>
            <a:srgbClr val="71D2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66683" y="0"/>
            <a:ext cx="1739842" cy="1078992"/>
          </a:xfrm>
          <a:prstGeom prst="rect">
            <a:avLst/>
          </a:prstGeom>
          <a:solidFill>
            <a:srgbClr val="2C525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08354" y="0"/>
            <a:ext cx="1739842" cy="1078992"/>
          </a:xfrm>
          <a:prstGeom prst="rect">
            <a:avLst/>
          </a:prstGeom>
          <a:solidFill>
            <a:srgbClr val="2C2D5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50024" y="0"/>
            <a:ext cx="1739842" cy="1078992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0" b="1" dirty="0">
                <a:solidFill>
                  <a:srgbClr val="1E1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TINTS &amp; SHADES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521208" y="215798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100-anchored color system for data visualization, hierarchy, and editorial design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" y="2898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IMPORTANT REVISION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0352" y="3218688"/>
            <a:ext cx="7040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3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100 value is the exact color sampled from the supplied brand palette image.
</a:t>
            </a:r>
            <a:endParaRPr lang="en-US" sz="1360" dirty="0"/>
          </a:p>
          <a:p>
            <a:pPr marL="0" indent="0">
              <a:buNone/>
            </a:pPr>
            <a:r>
              <a:rPr lang="en-US" sz="136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3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lower steps reduce from that fixed 100 anchor toward lighter tints; no 100 value is substituted with a deeper shade.
</a:t>
            </a:r>
            <a:endParaRPr lang="en-US" sz="1360" dirty="0"/>
          </a:p>
          <a:p>
            <a:pPr marL="0" indent="0">
              <a:buNone/>
            </a:pPr>
            <a:r>
              <a:rPr lang="en-US" sz="136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3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reduction uses OKLCH-style perceptual lightness and chroma control, corrected by eye for usable contrast.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8001000" y="2898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SCALE LOGIC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001000" y="3218688"/>
            <a:ext cx="512064" cy="256032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8586216" y="32186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Lightest tint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8001000" y="3575304"/>
            <a:ext cx="512064" cy="256032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8586216" y="35753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Soft tint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001000" y="3931920"/>
            <a:ext cx="512064" cy="256032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8586216" y="3931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 tint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001000" y="4288536"/>
            <a:ext cx="512064" cy="256032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8586216" y="42885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Strong tint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8001000" y="4645152"/>
            <a:ext cx="512064" cy="256032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586216" y="46451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Exact base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660" kern="120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TINTS &amp; SHADES  —  STRUCTURE MATCHING THE REFERENCE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100-anchored tonal matrix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1783080" cy="612648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EMBER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194560" y="1024128"/>
            <a:ext cx="1929384" cy="612648"/>
          </a:xfrm>
          <a:prstGeom prst="rect">
            <a:avLst/>
          </a:prstGeom>
          <a:solidFill>
            <a:srgbClr val="FFE6E4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20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#FFE6E4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55948" y="1024128"/>
            <a:ext cx="1929384" cy="612648"/>
          </a:xfrm>
          <a:prstGeom prst="rect">
            <a:avLst/>
          </a:prstGeom>
          <a:solidFill>
            <a:srgbClr val="FECDCA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40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#FECDCA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117336" y="1024128"/>
            <a:ext cx="1929384" cy="612648"/>
          </a:xfrm>
          <a:prstGeom prst="rect">
            <a:avLst/>
          </a:prstGeom>
          <a:solidFill>
            <a:srgbClr val="FEACA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60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#FEACA7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78724" y="1024128"/>
            <a:ext cx="1929384" cy="612648"/>
          </a:xfrm>
          <a:prstGeom prst="rect">
            <a:avLst/>
          </a:prstGeom>
          <a:solidFill>
            <a:srgbClr val="FF8783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80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#FF8783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040112" y="1024128"/>
            <a:ext cx="1929384" cy="612648"/>
          </a:xfrm>
          <a:prstGeom prst="rect">
            <a:avLst/>
          </a:prstGeom>
          <a:solidFill>
            <a:srgbClr val="FF5B5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100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#FF5B5E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1668780"/>
            <a:ext cx="1783080" cy="612648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BLUSH ROSE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194560" y="1668780"/>
            <a:ext cx="1929384" cy="612648"/>
          </a:xfrm>
          <a:prstGeom prst="rect">
            <a:avLst/>
          </a:prstGeom>
          <a:solidFill>
            <a:srgbClr val="FFF0F0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Blush 20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#FFF0F0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155948" y="1668780"/>
            <a:ext cx="1929384" cy="612648"/>
          </a:xfrm>
          <a:prstGeom prst="rect">
            <a:avLst/>
          </a:prstGeom>
          <a:solidFill>
            <a:srgbClr val="FFE5E5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Blush 40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#FFE5E5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117336" y="1668780"/>
            <a:ext cx="1929384" cy="612648"/>
          </a:xfrm>
          <a:prstGeom prst="rect">
            <a:avLst/>
          </a:prstGeom>
          <a:solidFill>
            <a:srgbClr val="FED6D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Blush 60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#FED6D7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078724" y="1668780"/>
            <a:ext cx="1929384" cy="612648"/>
          </a:xfrm>
          <a:prstGeom prst="rect">
            <a:avLst/>
          </a:prstGeom>
          <a:solidFill>
            <a:srgbClr val="FEC8C9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Blush 80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#FEC8C9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040112" y="1668780"/>
            <a:ext cx="1929384" cy="612648"/>
          </a:xfrm>
          <a:prstGeom prst="rect">
            <a:avLst/>
          </a:prstGeom>
          <a:solidFill>
            <a:srgbClr val="FFB9BB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Blush 100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#FFB9BB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1480" y="2313432"/>
            <a:ext cx="1783080" cy="612648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GLACIER SKY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194560" y="2313432"/>
            <a:ext cx="1929384" cy="612648"/>
          </a:xfrm>
          <a:prstGeom prst="rect">
            <a:avLst/>
          </a:prstGeom>
          <a:solidFill>
            <a:srgbClr val="EEF9F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Glacier 20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#EEF9FF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155948" y="2313432"/>
            <a:ext cx="1929384" cy="612648"/>
          </a:xfrm>
          <a:prstGeom prst="rect">
            <a:avLst/>
          </a:prstGeom>
          <a:solidFill>
            <a:srgbClr val="E5F7F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Glacier 40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#E5F7FF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17336" y="2313432"/>
            <a:ext cx="1929384" cy="612648"/>
          </a:xfrm>
          <a:prstGeom prst="rect">
            <a:avLst/>
          </a:prstGeom>
          <a:solidFill>
            <a:srgbClr val="DAF3F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Glacier 60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#DAF3FF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078724" y="2313432"/>
            <a:ext cx="1929384" cy="612648"/>
          </a:xfrm>
          <a:prstGeom prst="rect">
            <a:avLst/>
          </a:prstGeom>
          <a:solidFill>
            <a:srgbClr val="CFF0F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Glacier 80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#CFF0FE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040112" y="2313432"/>
            <a:ext cx="1929384" cy="612648"/>
          </a:xfrm>
          <a:prstGeom prst="rect">
            <a:avLst/>
          </a:prstGeom>
          <a:solidFill>
            <a:srgbClr val="C5ECF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Glacier 100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#C5ECFE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11480" y="2958084"/>
            <a:ext cx="1783080" cy="612648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TIDAL AQUA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194560" y="2958084"/>
            <a:ext cx="1929384" cy="612648"/>
          </a:xfrm>
          <a:prstGeom prst="rect">
            <a:avLst/>
          </a:prstGeom>
          <a:solidFill>
            <a:srgbClr val="DCF9F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Tidal 20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#DCF9F7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155948" y="2958084"/>
            <a:ext cx="1929384" cy="612648"/>
          </a:xfrm>
          <a:prstGeom prst="rect">
            <a:avLst/>
          </a:prstGeom>
          <a:solidFill>
            <a:srgbClr val="C7F1E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Tidal 40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#C7F1EF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17336" y="2958084"/>
            <a:ext cx="1929384" cy="612648"/>
          </a:xfrm>
          <a:prstGeom prst="rect">
            <a:avLst/>
          </a:prstGeom>
          <a:solidFill>
            <a:srgbClr val="ACE6E4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Tidal 60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#ACE6E4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078724" y="2958084"/>
            <a:ext cx="1929384" cy="612648"/>
          </a:xfrm>
          <a:prstGeom prst="rect">
            <a:avLst/>
          </a:prstGeom>
          <a:solidFill>
            <a:srgbClr val="8FDCD9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Tidal 80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#8FDCD9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040112" y="2958084"/>
            <a:ext cx="1929384" cy="612648"/>
          </a:xfrm>
          <a:prstGeom prst="rect">
            <a:avLst/>
          </a:prstGeom>
          <a:solidFill>
            <a:srgbClr val="71D2C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Tidal 100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#71D2CF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11480" y="3602736"/>
            <a:ext cx="1783080" cy="612648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HARBOR TEAL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194560" y="3602736"/>
            <a:ext cx="1929384" cy="612648"/>
          </a:xfrm>
          <a:prstGeom prst="rect">
            <a:avLst/>
          </a:prstGeom>
          <a:solidFill>
            <a:srgbClr val="D5E3E2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Harbor 20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#D5E3E2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155948" y="3602736"/>
            <a:ext cx="1929384" cy="612648"/>
          </a:xfrm>
          <a:prstGeom prst="rect">
            <a:avLst/>
          </a:prstGeom>
          <a:solidFill>
            <a:srgbClr val="B0C2C2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Harbor 40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#B0C2C2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117336" y="3602736"/>
            <a:ext cx="1929384" cy="612648"/>
          </a:xfrm>
          <a:prstGeom prst="rect">
            <a:avLst/>
          </a:prstGeom>
          <a:solidFill>
            <a:srgbClr val="829B9A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Harbor 60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#829B9A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078724" y="3602736"/>
            <a:ext cx="1929384" cy="612648"/>
          </a:xfrm>
          <a:prstGeom prst="rect">
            <a:avLst/>
          </a:prstGeom>
          <a:solidFill>
            <a:srgbClr val="557574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Harbor 80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#557574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TEXT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040112" y="3602736"/>
            <a:ext cx="1929384" cy="612648"/>
          </a:xfrm>
          <a:prstGeom prst="rect">
            <a:avLst/>
          </a:prstGeom>
          <a:solidFill>
            <a:srgbClr val="2C5251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Harbor 100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#2C5251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TEXT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11480" y="4247388"/>
            <a:ext cx="1783080" cy="612648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CURRENT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194560" y="4247388"/>
            <a:ext cx="1929384" cy="612648"/>
          </a:xfrm>
          <a:prstGeom prst="rect">
            <a:avLst/>
          </a:prstGeom>
          <a:solidFill>
            <a:srgbClr val="D8DAEA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20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#D8DAEA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155948" y="4247388"/>
            <a:ext cx="1929384" cy="612648"/>
          </a:xfrm>
          <a:prstGeom prst="rect">
            <a:avLst/>
          </a:prstGeom>
          <a:solidFill>
            <a:srgbClr val="B0B3C8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40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#B0B3C8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117336" y="4247388"/>
            <a:ext cx="1929384" cy="612648"/>
          </a:xfrm>
          <a:prstGeom prst="rect">
            <a:avLst/>
          </a:prstGeom>
          <a:solidFill>
            <a:srgbClr val="8285A1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60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#8285A1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078724" y="4247388"/>
            <a:ext cx="1929384" cy="612648"/>
          </a:xfrm>
          <a:prstGeom prst="rect">
            <a:avLst/>
          </a:prstGeom>
          <a:solidFill>
            <a:srgbClr val="53557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80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#535577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TEXT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0040112" y="4247388"/>
            <a:ext cx="1929384" cy="612648"/>
          </a:xfrm>
          <a:prstGeom prst="rect">
            <a:avLst/>
          </a:prstGeom>
          <a:solidFill>
            <a:srgbClr val="2C2D52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100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#2C2D52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TEXT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11480" y="4892040"/>
            <a:ext cx="1783080" cy="612648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INK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194560" y="4892040"/>
            <a:ext cx="1929384" cy="612648"/>
          </a:xfrm>
          <a:prstGeom prst="rect">
            <a:avLst/>
          </a:prstGeom>
          <a:solidFill>
            <a:srgbClr val="D7D7D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20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#D7D7DE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155948" y="4892040"/>
            <a:ext cx="1929384" cy="612648"/>
          </a:xfrm>
          <a:prstGeom prst="rect">
            <a:avLst/>
          </a:prstGeom>
          <a:solidFill>
            <a:srgbClr val="ACACB6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40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#ACACB6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TEXT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117336" y="4892040"/>
            <a:ext cx="1929384" cy="612648"/>
          </a:xfrm>
          <a:prstGeom prst="rect">
            <a:avLst/>
          </a:prstGeom>
          <a:solidFill>
            <a:srgbClr val="737381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60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#737381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TEXT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078724" y="4892040"/>
            <a:ext cx="1929384" cy="612648"/>
          </a:xfrm>
          <a:prstGeom prst="rect">
            <a:avLst/>
          </a:prstGeom>
          <a:solidFill>
            <a:srgbClr val="47485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80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#474857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TEXT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0040112" y="4892040"/>
            <a:ext cx="1929384" cy="612648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100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#1E1E2E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TEXT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02920" y="570585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left to right as progressive reduction: 20 = lightest tint, 100 = exact supplied palette value. The structure intentionally echoes the row-based reference image.</a:t>
            </a:r>
            <a:endParaRPr lang="en-US" sz="118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660" kern="120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BASE PALETTE  —  NO ADJUSTMENT AT 100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 values: exact palette anchors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562318" cy="1444752"/>
          </a:xfrm>
          <a:prstGeom prst="rect">
            <a:avLst/>
          </a:prstGeom>
          <a:solidFill>
            <a:srgbClr val="FF5B5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RED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Ember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  #FF5B5E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EXACT BASE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106386" y="1188720"/>
            <a:ext cx="1562318" cy="1444752"/>
          </a:xfrm>
          <a:prstGeom prst="rect">
            <a:avLst/>
          </a:prstGeom>
          <a:solidFill>
            <a:srgbClr val="FFB9BB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SOFT ROSE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Blush Rose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  #FFB9BB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EXACT BASE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709851" y="1188720"/>
            <a:ext cx="1562318" cy="1444752"/>
          </a:xfrm>
          <a:prstGeom prst="rect">
            <a:avLst/>
          </a:prstGeom>
          <a:solidFill>
            <a:srgbClr val="C5ECF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PALE SKY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Glacier Sky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  #C5ECFE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EXACT BASE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313317" y="1188720"/>
            <a:ext cx="1562318" cy="1444752"/>
          </a:xfrm>
          <a:prstGeom prst="rect">
            <a:avLst/>
          </a:prstGeom>
          <a:solidFill>
            <a:srgbClr val="71D2C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AQUA TEAL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Tidal Aqua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  #71D2CF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EXACT BASE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916783" y="1188720"/>
            <a:ext cx="1562318" cy="1444752"/>
          </a:xfrm>
          <a:prstGeom prst="rect">
            <a:avLst/>
          </a:prstGeom>
          <a:solidFill>
            <a:srgbClr val="2C5251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DEEP TEAL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Harbor Teal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  #2C5251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EXACT BASE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20249" y="1188720"/>
            <a:ext cx="1562318" cy="1444752"/>
          </a:xfrm>
          <a:prstGeom prst="rect">
            <a:avLst/>
          </a:prstGeom>
          <a:solidFill>
            <a:srgbClr val="2C2D52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NAVY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Current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  #2C2D52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EXACT BASE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123714" y="1188720"/>
            <a:ext cx="1562318" cy="1444752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INK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Ink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  #1E1E2E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EXACT BASE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0080" y="32369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DESIGN DECISION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3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previous deepening logic is removed for pale colors: Soft Rose, Pale Sky, and Aqua Teal now remain exactly as supplied at 100.
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3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data visualization, darker support can still be borrowed from Harbor Teal, Indigo Current, or Midnight Ink instead of altering the 100 anchor.
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3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keeps brand recognition intact while still providing usable lighter reductions for hierarchy and editorial rhythm.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40080" y="5093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RECOMMENDED TEXT BASELINE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538581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recommendations use Midnight Ink (#1E1E2E) or White (#FFFFFF). Mid-tones that sit near the contrast crossover have been nudged slightly to maintain legibility.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660" kern="120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 RULES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Hierarchy and data-use guide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133856"/>
            <a:ext cx="640080" cy="338328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STEP</a:t>
            </a:r>
            <a:endParaRPr lang="en-US" sz="710" dirty="0"/>
          </a:p>
        </p:txBody>
      </p:sp>
      <p:sp>
        <p:nvSpPr>
          <p:cNvPr id="5" name="Text 3"/>
          <p:cNvSpPr/>
          <p:nvPr/>
        </p:nvSpPr>
        <p:spPr>
          <a:xfrm>
            <a:off x="1252728" y="1133856"/>
            <a:ext cx="2011680" cy="338328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TONAL ROLE</a:t>
            </a:r>
            <a:endParaRPr lang="en-US" sz="710" dirty="0"/>
          </a:p>
        </p:txBody>
      </p:sp>
      <p:sp>
        <p:nvSpPr>
          <p:cNvPr id="6" name="Text 4"/>
          <p:cNvSpPr/>
          <p:nvPr/>
        </p:nvSpPr>
        <p:spPr>
          <a:xfrm>
            <a:off x="3282696" y="1133856"/>
            <a:ext cx="4160520" cy="338328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VISUALIZATION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7461504" y="1133856"/>
            <a:ext cx="3913632" cy="338328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TEXT &amp; ACCESSIBILITY</a:t>
            </a:r>
            <a:endParaRPr lang="en-US" sz="710" dirty="0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640080" cy="676656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52728" y="1517904"/>
            <a:ext cx="2011680" cy="676656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Lightest tint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3282696" y="1517904"/>
            <a:ext cx="4160520" cy="676656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washes, table bands, uncertainty zones, reference backgrounds.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7461504" y="1517904"/>
            <a:ext cx="3913632" cy="676656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 text; excellent contrast. Avoid as a sole data signal.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594360" y="2235708"/>
            <a:ext cx="640080" cy="676656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52728" y="2235708"/>
            <a:ext cx="2011680" cy="676656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tint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3282696" y="2235708"/>
            <a:ext cx="4160520" cy="676656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bins, low-intensity fills, supporting map regions.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7461504" y="2235708"/>
            <a:ext cx="3913632" cy="676656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 text; safe for legends and annotations.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594360" y="2953512"/>
            <a:ext cx="640080" cy="676656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52728" y="2953512"/>
            <a:ext cx="2011680" cy="676656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 tint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3282696" y="2953512"/>
            <a:ext cx="4160520" cy="676656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supporting category, visible but not dominant series.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7461504" y="2953512"/>
            <a:ext cx="3913632" cy="676656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recommended text; good for larger labels and surfaces.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594360" y="3671316"/>
            <a:ext cx="640080" cy="676656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52728" y="3671316"/>
            <a:ext cx="2011680" cy="676656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tint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3282696" y="3671316"/>
            <a:ext cx="4160520" cy="676656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comparison, selected series, active state, high bucket.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7461504" y="3671316"/>
            <a:ext cx="3913632" cy="676656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to light text for the deep teal/navy/ink families.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594360" y="4389120"/>
            <a:ext cx="640080" cy="676656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52728" y="4389120"/>
            <a:ext cx="2011680" cy="676656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base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3282696" y="4389120"/>
            <a:ext cx="4160520" cy="676656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anchor, maximum value, highest salience, hero fill.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7461504" y="4389120"/>
            <a:ext cx="3913632" cy="676656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alter: use as the reference value for all brand applications.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594360" y="5577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DATA-VISUALIZATION PRINCIPLE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94360" y="58430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20–40 for context, 60 for mid-level category color, 80 for emphasis, and 100 only when the brand anchor or maximum value should be unmistakable.</a:t>
            </a:r>
            <a:endParaRPr lang="en-US" sz="118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660" kern="120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FAMILY SCALE  —  100 EXACT #FF5B5E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Coral Ember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2203704" cy="1143000"/>
          </a:xfrm>
          <a:prstGeom prst="rect">
            <a:avLst/>
          </a:prstGeom>
          <a:solidFill>
            <a:srgbClr val="FFE6E4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Ember 20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#FFE6E4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13.8:1</a:t>
            </a:r>
            <a:endParaRPr lang="en-US" sz="810" dirty="0"/>
          </a:p>
        </p:txBody>
      </p:sp>
      <p:sp>
        <p:nvSpPr>
          <p:cNvPr id="5" name="Text 3"/>
          <p:cNvSpPr/>
          <p:nvPr/>
        </p:nvSpPr>
        <p:spPr>
          <a:xfrm>
            <a:off x="2747772" y="1078992"/>
            <a:ext cx="2203704" cy="1143000"/>
          </a:xfrm>
          <a:prstGeom prst="rect">
            <a:avLst/>
          </a:prstGeom>
          <a:solidFill>
            <a:srgbClr val="FECDCA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Ember 40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#FECDCA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11.6:1</a:t>
            </a:r>
            <a:endParaRPr lang="en-US" sz="810" dirty="0"/>
          </a:p>
        </p:txBody>
      </p:sp>
      <p:sp>
        <p:nvSpPr>
          <p:cNvPr id="6" name="Text 4"/>
          <p:cNvSpPr/>
          <p:nvPr/>
        </p:nvSpPr>
        <p:spPr>
          <a:xfrm>
            <a:off x="4992624" y="1078992"/>
            <a:ext cx="2203704" cy="1143000"/>
          </a:xfrm>
          <a:prstGeom prst="rect">
            <a:avLst/>
          </a:prstGeom>
          <a:solidFill>
            <a:srgbClr val="FEACA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Ember 60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#FEACA7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9.1:1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7237476" y="1078992"/>
            <a:ext cx="2203704" cy="1143000"/>
          </a:xfrm>
          <a:prstGeom prst="rect">
            <a:avLst/>
          </a:prstGeom>
          <a:solidFill>
            <a:srgbClr val="FF8783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Ember 80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#FF8783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7.1:1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482328" y="1078992"/>
            <a:ext cx="2203704" cy="1143000"/>
          </a:xfrm>
          <a:prstGeom prst="rect">
            <a:avLst/>
          </a:prstGeom>
          <a:solidFill>
            <a:srgbClr val="FF5B5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Coral Ember 100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#FF5B5E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5.4:1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SUGGESTED DATA-VISUALIZATION HIERARCHY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585216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STEP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1110996" y="2761488"/>
            <a:ext cx="133502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HEX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2468880" y="2761488"/>
            <a:ext cx="96012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TEXT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3451860" y="2761488"/>
            <a:ext cx="563270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PRIMARY USE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9107424" y="2761488"/>
            <a:ext cx="228600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NOTE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0996" y="307238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#FFE6E4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68880" y="307238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51860" y="307238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alert wash, heat-map low bin, editorial tint.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107424" y="307238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13.8:1 with dark text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48386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0996" y="348386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#FECDCA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68880" y="348386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51860" y="348386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Low-intensity variance fill, selected region underlay.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07424" y="348386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11.6:1 with dark text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89534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0996" y="389534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#FEACA7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68880" y="389534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51860" y="389534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Mid-priority marker, supporting category, soft callout.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107424" y="389534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9.1:1 with dark text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30682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0996" y="430682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#FF8783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68880" y="430682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51860" y="430682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highlight, focus bar, selected datapoint.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107424" y="430682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7.1:1 with dark text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71830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0996" y="471830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#FF5B5E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68880" y="471830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51860" y="471830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base color: maximum intensity, urgent KPI, brand anchor.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9107424" y="471830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5.4:1 with dark text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5193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&amp; HARMONY NOTES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2920" y="5449824"/>
            <a:ext cx="10927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 high-salience moments: exceptions, callouts, positive tension, and executive attention. Because it is chromatically assertive, avoid overusing it as a default categorical color.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scale reduces chroma while moving toward a warm pale tint, preserving the red-coral identity without creating muddy salmon tones.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dense charts, keep axes and labels in Midnight Ink and use 20–40 tints as context rather than primary data signals.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660" kern="120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FAMILY SCALE  —  100 EXACT #FFB9BB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Blush Rose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2203704" cy="1143000"/>
          </a:xfrm>
          <a:prstGeom prst="rect">
            <a:avLst/>
          </a:prstGeom>
          <a:solidFill>
            <a:srgbClr val="FFF0F0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Blush Rose 20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#FFF0F0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14.8:1</a:t>
            </a:r>
            <a:endParaRPr lang="en-US" sz="810" dirty="0"/>
          </a:p>
        </p:txBody>
      </p:sp>
      <p:sp>
        <p:nvSpPr>
          <p:cNvPr id="5" name="Text 3"/>
          <p:cNvSpPr/>
          <p:nvPr/>
        </p:nvSpPr>
        <p:spPr>
          <a:xfrm>
            <a:off x="2747772" y="1078992"/>
            <a:ext cx="2203704" cy="1143000"/>
          </a:xfrm>
          <a:prstGeom prst="rect">
            <a:avLst/>
          </a:prstGeom>
          <a:solidFill>
            <a:srgbClr val="FFE5E5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Blush Rose 40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#FFE5E5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13.7:1</a:t>
            </a:r>
            <a:endParaRPr lang="en-US" sz="810" dirty="0"/>
          </a:p>
        </p:txBody>
      </p:sp>
      <p:sp>
        <p:nvSpPr>
          <p:cNvPr id="6" name="Text 4"/>
          <p:cNvSpPr/>
          <p:nvPr/>
        </p:nvSpPr>
        <p:spPr>
          <a:xfrm>
            <a:off x="4992624" y="1078992"/>
            <a:ext cx="2203704" cy="1143000"/>
          </a:xfrm>
          <a:prstGeom prst="rect">
            <a:avLst/>
          </a:prstGeom>
          <a:solidFill>
            <a:srgbClr val="FED6D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Blush Rose 60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#FED6D7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12.4:1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7237476" y="1078992"/>
            <a:ext cx="2203704" cy="1143000"/>
          </a:xfrm>
          <a:prstGeom prst="rect">
            <a:avLst/>
          </a:prstGeom>
          <a:solidFill>
            <a:srgbClr val="FEC8C9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Blush Rose 80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#FEC8C9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11.2:1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482328" y="1078992"/>
            <a:ext cx="2203704" cy="1143000"/>
          </a:xfrm>
          <a:prstGeom prst="rect">
            <a:avLst/>
          </a:prstGeom>
          <a:solidFill>
            <a:srgbClr val="FFB9BB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Blush Rose 100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#FFB9BB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10.1:1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SUGGESTED DATA-VISUALIZATION HIERARCHY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585216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STEP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1110996" y="2761488"/>
            <a:ext cx="133502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HEX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2468880" y="2761488"/>
            <a:ext cx="96012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TEXT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3451860" y="2761488"/>
            <a:ext cx="563270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PRIMARY USE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9107424" y="2761488"/>
            <a:ext cx="228600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NOTE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0996" y="307238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#FFF0F0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68880" y="307238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51860" y="307238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wash, soft row band, gentle editorial field.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107424" y="307238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14.8:1 with dark text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48386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0996" y="348386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#FFE5E5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68880" y="348386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51860" y="348386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Quiet comparison zone, low-density fill.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07424" y="348386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13.7:1 with dark text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89534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0996" y="389534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#FED6D7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68880" y="389534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51860" y="389534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category, icon background, legend tint.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107424" y="389534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12.4:1 with dark text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30682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0996" y="430682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#FEC8C9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68880" y="430682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51860" y="430682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soft emphasis, annotation surface, mid bucket.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107424" y="430682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11.2:1 with dark text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71830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0996" y="471830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#FFB9BB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68880" y="471830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51860" y="471830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base color: core rose, friendly highlight, section accent.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9107424" y="471830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10.1:1 with dark text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5193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&amp; HARMONY NOTES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2920" y="5449824"/>
            <a:ext cx="10927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as a softer alternative to Coral Ember for emotional warmth, people-centered content, section backgrounds, and non-alarm emphasis.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rose family stays deliberately light; the 100 value remains the exact brand rose rather than being replaced by a deeper shade.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dense charts, keep axes and labels in Midnight Ink and use 20–40 tints as context rather than primary data signals.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660" kern="120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FAMILY SCALE  —  100 EXACT #C5ECFE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Glacier Sky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2203704" cy="1143000"/>
          </a:xfrm>
          <a:prstGeom prst="rect">
            <a:avLst/>
          </a:prstGeom>
          <a:solidFill>
            <a:srgbClr val="EEF9F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Glacier Sky 20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#EEF9FF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15.3:1</a:t>
            </a:r>
            <a:endParaRPr lang="en-US" sz="810" dirty="0"/>
          </a:p>
        </p:txBody>
      </p:sp>
      <p:sp>
        <p:nvSpPr>
          <p:cNvPr id="5" name="Text 3"/>
          <p:cNvSpPr/>
          <p:nvPr/>
        </p:nvSpPr>
        <p:spPr>
          <a:xfrm>
            <a:off x="2747772" y="1078992"/>
            <a:ext cx="2203704" cy="1143000"/>
          </a:xfrm>
          <a:prstGeom prst="rect">
            <a:avLst/>
          </a:prstGeom>
          <a:solidFill>
            <a:srgbClr val="E5F7F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Glacier Sky 40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#E5F7FF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14.9:1</a:t>
            </a:r>
            <a:endParaRPr lang="en-US" sz="810" dirty="0"/>
          </a:p>
        </p:txBody>
      </p:sp>
      <p:sp>
        <p:nvSpPr>
          <p:cNvPr id="6" name="Text 4"/>
          <p:cNvSpPr/>
          <p:nvPr/>
        </p:nvSpPr>
        <p:spPr>
          <a:xfrm>
            <a:off x="4992624" y="1078992"/>
            <a:ext cx="2203704" cy="1143000"/>
          </a:xfrm>
          <a:prstGeom prst="rect">
            <a:avLst/>
          </a:prstGeom>
          <a:solidFill>
            <a:srgbClr val="DAF3F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Glacier Sky 60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#DAF3FF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14.3:1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7237476" y="1078992"/>
            <a:ext cx="2203704" cy="1143000"/>
          </a:xfrm>
          <a:prstGeom prst="rect">
            <a:avLst/>
          </a:prstGeom>
          <a:solidFill>
            <a:srgbClr val="CFF0F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Glacier Sky 80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#CFF0FE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13.7:1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482328" y="1078992"/>
            <a:ext cx="2203704" cy="1143000"/>
          </a:xfrm>
          <a:prstGeom prst="rect">
            <a:avLst/>
          </a:prstGeom>
          <a:solidFill>
            <a:srgbClr val="C5ECF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Glacier Sky 100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#C5ECFE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13.1:1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SUGGESTED DATA-VISUALIZATION HIERARCHY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585216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STEP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1110996" y="2761488"/>
            <a:ext cx="133502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HEX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2468880" y="2761488"/>
            <a:ext cx="96012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TEXT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3451860" y="2761488"/>
            <a:ext cx="563270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PRIMARY USE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9107424" y="2761488"/>
            <a:ext cx="228600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NOTE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0996" y="307238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#EEF9FF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68880" y="307238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51860" y="307238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band, background wash, chart range.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107424" y="307238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15.3:1 with dark text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48386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0996" y="348386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#E5F7FF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68880" y="348386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51860" y="348386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Subtle region fill, section divider, quiet data bin.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07424" y="348386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14.9:1 with dark text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89534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0996" y="389534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#DAF3FF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68880" y="389534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51860" y="389534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category, light series fill, map tint.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107424" y="389534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14.3:1 with dark text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30682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0996" y="430682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#CFF0FE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68880" y="430682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51860" y="430682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supporting series, comparison area, annotation field.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107424" y="430682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13.7:1 with dark text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71830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0996" y="471830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#C5ECFE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68880" y="471830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51860" y="471830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base color: core sky, soft analytical highlight.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9107424" y="471830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13.1:1 with dark text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5193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&amp; HARMONY NOTES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2920" y="5449824"/>
            <a:ext cx="10927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uncertainty bands, calm analytical fields, and non-dominant data that needs to remain legible on a warm canvas.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sky scale keeps the pale blue identity. It should be paired with Harbor Teal or Indigo Current when a stronger endpoint is needed.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dense charts, keep axes and labels in Midnight Ink and use 20–40 tints as context rather than primary data signals.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660" kern="120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FAMILY SCALE  —  100 EXACT #71D2CF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Tidal Aqua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2203704" cy="1143000"/>
          </a:xfrm>
          <a:prstGeom prst="rect">
            <a:avLst/>
          </a:prstGeom>
          <a:solidFill>
            <a:srgbClr val="DCF9F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Tidal Aqua 20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#DCF9F7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14.8:1</a:t>
            </a:r>
            <a:endParaRPr lang="en-US" sz="810" dirty="0"/>
          </a:p>
        </p:txBody>
      </p:sp>
      <p:sp>
        <p:nvSpPr>
          <p:cNvPr id="5" name="Text 3"/>
          <p:cNvSpPr/>
          <p:nvPr/>
        </p:nvSpPr>
        <p:spPr>
          <a:xfrm>
            <a:off x="2747772" y="1078992"/>
            <a:ext cx="2203704" cy="1143000"/>
          </a:xfrm>
          <a:prstGeom prst="rect">
            <a:avLst/>
          </a:prstGeom>
          <a:solidFill>
            <a:srgbClr val="C7F1E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Tidal Aqua 40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#C7F1EF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13.5:1</a:t>
            </a:r>
            <a:endParaRPr lang="en-US" sz="810" dirty="0"/>
          </a:p>
        </p:txBody>
      </p:sp>
      <p:sp>
        <p:nvSpPr>
          <p:cNvPr id="6" name="Text 4"/>
          <p:cNvSpPr/>
          <p:nvPr/>
        </p:nvSpPr>
        <p:spPr>
          <a:xfrm>
            <a:off x="4992624" y="1078992"/>
            <a:ext cx="2203704" cy="1143000"/>
          </a:xfrm>
          <a:prstGeom prst="rect">
            <a:avLst/>
          </a:prstGeom>
          <a:solidFill>
            <a:srgbClr val="ACE6E4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Tidal Aqua 60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#ACE6E4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11.9:1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7237476" y="1078992"/>
            <a:ext cx="2203704" cy="1143000"/>
          </a:xfrm>
          <a:prstGeom prst="rect">
            <a:avLst/>
          </a:prstGeom>
          <a:solidFill>
            <a:srgbClr val="8FDCD9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Tidal Aqua 80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#8FDCD9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10.5:1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482328" y="1078992"/>
            <a:ext cx="2203704" cy="1143000"/>
          </a:xfrm>
          <a:prstGeom prst="rect">
            <a:avLst/>
          </a:prstGeom>
          <a:solidFill>
            <a:srgbClr val="71D2C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Tidal Aqua 100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#71D2CF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9.2:1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SUGGESTED DATA-VISUALIZATION HIERARCHY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585216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STEP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1110996" y="2761488"/>
            <a:ext cx="133502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HEX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2468880" y="2761488"/>
            <a:ext cx="96012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TEXT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3451860" y="2761488"/>
            <a:ext cx="563270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PRIMARY USE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9107424" y="2761488"/>
            <a:ext cx="228600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NOTE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0996" y="307238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#DCF9F7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68880" y="307238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51860" y="307238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wash, completion background, light map fill.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107424" y="307238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14.8:1 with dark text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48386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0996" y="348386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#C7F1EF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68880" y="348386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51860" y="348386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Low-intensity progress, secondary area, soft status.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07424" y="348386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13.5:1 with dark text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89534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0996" y="389534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#ACE6E4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68880" y="389534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51860" y="389534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supporting series, icon fill, legend category.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107424" y="389534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11.9:1 with dark text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30682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0996" y="430682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#8FDCD9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68880" y="430682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51860" y="430682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progress, active state, visible bar fill.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107424" y="430682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10.5:1 with dark text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71830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0996" y="471830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#71D2CF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68880" y="471830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51860" y="471830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base color: core aqua, primary positive series.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9107424" y="471830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9.2:1 with dark text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5193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&amp; HARMONY NOTES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2920" y="5449824"/>
            <a:ext cx="10927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as the primary positive or progress color. It has enough identity for charts while remaining calmer than Coral Ember.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tints preserve the blue-green hue and avoid turning minty or gray. Pair with Midnight Ink for precision.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dense charts, keep axes and labels in Midnight Ink and use 20–40 tints as context rather than primary data signals.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660" kern="120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FAMILY SCALE  —  100 EXACT #2C5251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Harbor Teal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2203704" cy="1143000"/>
          </a:xfrm>
          <a:prstGeom prst="rect">
            <a:avLst/>
          </a:prstGeom>
          <a:solidFill>
            <a:srgbClr val="D5E3E2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Harbor Teal 20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#D5E3E2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12.4:1</a:t>
            </a:r>
            <a:endParaRPr lang="en-US" sz="810" dirty="0"/>
          </a:p>
        </p:txBody>
      </p:sp>
      <p:sp>
        <p:nvSpPr>
          <p:cNvPr id="5" name="Text 3"/>
          <p:cNvSpPr/>
          <p:nvPr/>
        </p:nvSpPr>
        <p:spPr>
          <a:xfrm>
            <a:off x="2747772" y="1078992"/>
            <a:ext cx="2203704" cy="1143000"/>
          </a:xfrm>
          <a:prstGeom prst="rect">
            <a:avLst/>
          </a:prstGeom>
          <a:solidFill>
            <a:srgbClr val="B0C2C2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Harbor Teal 40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#B0C2C2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8.9:1</a:t>
            </a:r>
            <a:endParaRPr lang="en-US" sz="810" dirty="0"/>
          </a:p>
        </p:txBody>
      </p:sp>
      <p:sp>
        <p:nvSpPr>
          <p:cNvPr id="6" name="Text 4"/>
          <p:cNvSpPr/>
          <p:nvPr/>
        </p:nvSpPr>
        <p:spPr>
          <a:xfrm>
            <a:off x="4992624" y="1078992"/>
            <a:ext cx="2203704" cy="1143000"/>
          </a:xfrm>
          <a:prstGeom prst="rect">
            <a:avLst/>
          </a:prstGeom>
          <a:solidFill>
            <a:srgbClr val="829B9A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Harbor Teal 60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#829B9A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5.5:1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7237476" y="1078992"/>
            <a:ext cx="2203704" cy="1143000"/>
          </a:xfrm>
          <a:prstGeom prst="rect">
            <a:avLst/>
          </a:prstGeom>
          <a:solidFill>
            <a:srgbClr val="557574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Harbor Teal 80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#557574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 5.0:1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482328" y="1078992"/>
            <a:ext cx="2203704" cy="1143000"/>
          </a:xfrm>
          <a:prstGeom prst="rect">
            <a:avLst/>
          </a:prstGeom>
          <a:solidFill>
            <a:srgbClr val="2C5251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Harbor Teal 100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#2C5251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 8.6:1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SUGGESTED DATA-VISUALIZATION HIERARCHY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585216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STEP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1110996" y="2761488"/>
            <a:ext cx="133502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HEX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2468880" y="2761488"/>
            <a:ext cx="96012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TEXT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3451860" y="2761488"/>
            <a:ext cx="563270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PRIMARY USE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9107424" y="2761488"/>
            <a:ext cx="228600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NOTE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0996" y="307238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#D5E3E2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68880" y="307238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51860" y="307238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background, table band, context layer.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107424" y="307238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12.4:1 with dark text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48386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0996" y="348386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#B0C2C2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68880" y="348386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51860" y="348386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Low-emphasis baseline, quiet map tint, grid-friendly fill.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07424" y="348386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8.9:1 with dark text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89534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0996" y="389534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#829B9A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68880" y="389534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51860" y="389534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Mid-strength data series, secondary label field.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107424" y="389534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5.5:1 with dark text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30682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0996" y="430682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#557574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68880" y="430682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51860" y="430682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series, executive emphasis, dark annotation surface.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107424" y="430682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5.0:1 with light text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71830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0996" y="471830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#2C5251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68880" y="471830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51860" y="471830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base color: core deep teal, header fill, anchor series.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9107424" y="471830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8.6:1 with light text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5193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&amp; HARMONY NOTES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2920" y="5449824"/>
            <a:ext cx="10927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 serious engineering, baseline categories, water/infrastructure contexts, and grounded section headers.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scale bridges bright aqua and deep ink. It is the palette’s technical middle ground, so it can support both analytical and editorial layouts.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dense charts, keep axes and labels in Midnight Ink and use 20–40 tints as context rather than primary data signals.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660" kern="120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FAMILY SCALE  —  100 EXACT #2C2D52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Indigo Current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2203704" cy="1143000"/>
          </a:xfrm>
          <a:prstGeom prst="rect">
            <a:avLst/>
          </a:prstGeom>
          <a:solidFill>
            <a:srgbClr val="D8DAEA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Current 20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#D8DAEA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11.8:1</a:t>
            </a:r>
            <a:endParaRPr lang="en-US" sz="810" dirty="0"/>
          </a:p>
        </p:txBody>
      </p:sp>
      <p:sp>
        <p:nvSpPr>
          <p:cNvPr id="5" name="Text 3"/>
          <p:cNvSpPr/>
          <p:nvPr/>
        </p:nvSpPr>
        <p:spPr>
          <a:xfrm>
            <a:off x="2747772" y="1078992"/>
            <a:ext cx="2203704" cy="1143000"/>
          </a:xfrm>
          <a:prstGeom prst="rect">
            <a:avLst/>
          </a:prstGeom>
          <a:solidFill>
            <a:srgbClr val="B0B3C8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Current 40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#B0B3C8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7.9:1</a:t>
            </a:r>
            <a:endParaRPr lang="en-US" sz="810" dirty="0"/>
          </a:p>
        </p:txBody>
      </p:sp>
      <p:sp>
        <p:nvSpPr>
          <p:cNvPr id="6" name="Text 4"/>
          <p:cNvSpPr/>
          <p:nvPr/>
        </p:nvSpPr>
        <p:spPr>
          <a:xfrm>
            <a:off x="4992624" y="1078992"/>
            <a:ext cx="2203704" cy="1143000"/>
          </a:xfrm>
          <a:prstGeom prst="rect">
            <a:avLst/>
          </a:prstGeom>
          <a:solidFill>
            <a:srgbClr val="8285A1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Current 60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#8285A1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4.5:1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7237476" y="1078992"/>
            <a:ext cx="2203704" cy="1143000"/>
          </a:xfrm>
          <a:prstGeom prst="rect">
            <a:avLst/>
          </a:prstGeom>
          <a:solidFill>
            <a:srgbClr val="53557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Current 80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#535577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 7.2:1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482328" y="1078992"/>
            <a:ext cx="2203704" cy="1143000"/>
          </a:xfrm>
          <a:prstGeom prst="rect">
            <a:avLst/>
          </a:prstGeom>
          <a:solidFill>
            <a:srgbClr val="2C2D52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Indigo Current 100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#2C2D52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 13.1:1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SUGGESTED DATA-VISUALIZATION HIERARCHY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585216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STEP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1110996" y="2761488"/>
            <a:ext cx="133502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HEX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2468880" y="2761488"/>
            <a:ext cx="96012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TEXT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3451860" y="2761488"/>
            <a:ext cx="563270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PRIMARY USE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9107424" y="2761488"/>
            <a:ext cx="228600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NOTE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0996" y="307238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#D8DAEA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68880" y="307238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51860" y="307238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panel, low-weight column, cool neutral field.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107424" y="307238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11.8:1 with dark text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48386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0996" y="348386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#B0B3C8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68880" y="348386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51860" y="348386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categorical fill, grid-adjacent accent.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07424" y="348386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7.9:1 with dark text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89534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0996" y="389534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#8285A1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68880" y="389534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51860" y="389534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 navy series, subdued icons, balanced emphasis.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107424" y="389534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4.5:1 with dark text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30682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0996" y="430682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#535577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68880" y="430682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51860" y="430682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text block, strong comparison, section bar.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107424" y="430682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7.2:1 with light text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71830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0996" y="471830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#2C2D52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68880" y="471830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51860" y="471830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base color: core indigo, hero header, maximum value.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9107424" y="471830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13.1:1 with light text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5193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&amp; HARMONY NOTES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2920" y="5449824"/>
            <a:ext cx="10927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as the primary dark brand color for navigation, section headers, and strong categorical anchors.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violet-blue undertone keeps this navy distinctive and supports a clean relationship with Coral Ember and Glacier Sky.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dense charts, keep axes and labels in Midnight Ink and use 20–40 tints as context rather than primary data signals.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660" kern="120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FAMILY SCALE  —  100 EXACT #1E1E2E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Midnight Ink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2203704" cy="1143000"/>
          </a:xfrm>
          <a:prstGeom prst="rect">
            <a:avLst/>
          </a:prstGeom>
          <a:solidFill>
            <a:srgbClr val="D7D7D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Ink 20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#D7D7DE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11.5:1</a:t>
            </a:r>
            <a:endParaRPr lang="en-US" sz="810" dirty="0"/>
          </a:p>
        </p:txBody>
      </p:sp>
      <p:sp>
        <p:nvSpPr>
          <p:cNvPr id="5" name="Text 3"/>
          <p:cNvSpPr/>
          <p:nvPr/>
        </p:nvSpPr>
        <p:spPr>
          <a:xfrm>
            <a:off x="2747772" y="1078992"/>
            <a:ext cx="2203704" cy="1143000"/>
          </a:xfrm>
          <a:prstGeom prst="rect">
            <a:avLst/>
          </a:prstGeom>
          <a:solidFill>
            <a:srgbClr val="ACACB6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Ink 40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#ACACB6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  7.3:1</a:t>
            </a:r>
            <a:endParaRPr lang="en-US" sz="810" dirty="0"/>
          </a:p>
        </p:txBody>
      </p:sp>
      <p:sp>
        <p:nvSpPr>
          <p:cNvPr id="6" name="Text 4"/>
          <p:cNvSpPr/>
          <p:nvPr/>
        </p:nvSpPr>
        <p:spPr>
          <a:xfrm>
            <a:off x="4992624" y="1078992"/>
            <a:ext cx="2203704" cy="1143000"/>
          </a:xfrm>
          <a:prstGeom prst="rect">
            <a:avLst/>
          </a:prstGeom>
          <a:solidFill>
            <a:srgbClr val="737381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Ink 60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#737381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 4.7:1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7237476" y="1078992"/>
            <a:ext cx="2203704" cy="1143000"/>
          </a:xfrm>
          <a:prstGeom prst="rect">
            <a:avLst/>
          </a:prstGeom>
          <a:solidFill>
            <a:srgbClr val="47485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Ink 80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#474857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 9.0:1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482328" y="1078992"/>
            <a:ext cx="2203704" cy="1143000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Midnight Ink 100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#1E1E2E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  16.4:1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SUGGESTED DATA-VISUALIZATION HIERARCHY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585216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STEP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1110996" y="2761488"/>
            <a:ext cx="133502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HEX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2468880" y="2761488"/>
            <a:ext cx="96012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TEXT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3451860" y="2761488"/>
            <a:ext cx="5632704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PRIMARY USE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9107424" y="2761488"/>
            <a:ext cx="2286000" cy="265176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NOTE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0996" y="307238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#D7D7DE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68880" y="307238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51860" y="307238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Divider tint, table band, disabled-state background.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107424" y="307238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11.5:1 with dark text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48386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0996" y="348386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#ACACB6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68880" y="348386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51860" y="348386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Gridline alternative, secondary metadata, quiet neutral data.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07424" y="348386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7.3:1 with dark text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89534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0996" y="389534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#737381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68880" y="389534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51860" y="389534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nav, subdued annotation, medium neutral fill.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107424" y="389534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4.7:1 with light text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306824"/>
            <a:ext cx="585216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0996" y="4306824"/>
            <a:ext cx="133502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#474857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68880" y="4306824"/>
            <a:ext cx="96012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51860" y="4306824"/>
            <a:ext cx="5632704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Axis label field, body header, dense data annotation.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107424" y="4306824"/>
            <a:ext cx="2286000" cy="370332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9.0:1 with light text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718304"/>
            <a:ext cx="585216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0996" y="4718304"/>
            <a:ext cx="133502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#1E1E2E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68880" y="4718304"/>
            <a:ext cx="96012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51860" y="4718304"/>
            <a:ext cx="5632704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base color: core ink, primary text, deepest background.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9107424" y="4718304"/>
            <a:ext cx="2286000" cy="370332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 16.4:1 with light text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5193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ACCESSIBILITY &amp; HARMONY NOTES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2920" y="5449824"/>
            <a:ext cx="10927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as the default text and deepest system color. In charts, it works best for axes, labels, and reference elements rather than large filled areas.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violet-black scale reinforces the cool architecture of the palette while staying softer than pure black.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</a:t>
            </a:r>
            <a:r>
              <a:rPr lang="en-US" sz="105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dense charts, keep axes and labels in Midnight Ink and use 20–40 tints as context rather than primary data signals.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660" kern="120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 REFERENCE  —  HEX VALUES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Specification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1060704"/>
            <a:ext cx="1554480" cy="274320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FAMILY</a:t>
            </a:r>
            <a:endParaRPr lang="en-US" sz="690" dirty="0"/>
          </a:p>
        </p:txBody>
      </p:sp>
      <p:sp>
        <p:nvSpPr>
          <p:cNvPr id="5" name="Text 3"/>
          <p:cNvSpPr/>
          <p:nvPr/>
        </p:nvSpPr>
        <p:spPr>
          <a:xfrm>
            <a:off x="1997964" y="1060704"/>
            <a:ext cx="1344168" cy="274320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</a:t>
            </a:r>
            <a:endParaRPr lang="en-US" sz="690" dirty="0"/>
          </a:p>
        </p:txBody>
      </p:sp>
      <p:sp>
        <p:nvSpPr>
          <p:cNvPr id="6" name="Text 4"/>
          <p:cNvSpPr/>
          <p:nvPr/>
        </p:nvSpPr>
        <p:spPr>
          <a:xfrm>
            <a:off x="3374136" y="1060704"/>
            <a:ext cx="1344168" cy="274320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4750308" y="1060704"/>
            <a:ext cx="1344168" cy="274320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60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6126480" y="1060704"/>
            <a:ext cx="1344168" cy="274320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80</a:t>
            </a:r>
            <a:endParaRPr lang="en-US" sz="690" dirty="0"/>
          </a:p>
        </p:txBody>
      </p:sp>
      <p:sp>
        <p:nvSpPr>
          <p:cNvPr id="9" name="Text 7"/>
          <p:cNvSpPr/>
          <p:nvPr/>
        </p:nvSpPr>
        <p:spPr>
          <a:xfrm>
            <a:off x="7502652" y="1060704"/>
            <a:ext cx="1344168" cy="274320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</a:t>
            </a:r>
            <a:endParaRPr lang="en-US" sz="690" dirty="0"/>
          </a:p>
        </p:txBody>
      </p:sp>
      <p:sp>
        <p:nvSpPr>
          <p:cNvPr id="10" name="Text 8"/>
          <p:cNvSpPr/>
          <p:nvPr/>
        </p:nvSpPr>
        <p:spPr>
          <a:xfrm>
            <a:off x="8951976" y="1060704"/>
            <a:ext cx="3035808" cy="274320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FAMILY ROLE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1554480" cy="457200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Coral Ember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1997964" y="1389888"/>
            <a:ext cx="1344168" cy="457200"/>
          </a:xfrm>
          <a:prstGeom prst="rect">
            <a:avLst/>
          </a:prstGeom>
          <a:solidFill>
            <a:srgbClr val="FFE6E4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#FFE6E4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13" name="Text 11"/>
          <p:cNvSpPr/>
          <p:nvPr/>
        </p:nvSpPr>
        <p:spPr>
          <a:xfrm>
            <a:off x="3374136" y="1389888"/>
            <a:ext cx="1344168" cy="457200"/>
          </a:xfrm>
          <a:prstGeom prst="rect">
            <a:avLst/>
          </a:prstGeom>
          <a:solidFill>
            <a:srgbClr val="FECDCA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#FECDCA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14" name="Text 12"/>
          <p:cNvSpPr/>
          <p:nvPr/>
        </p:nvSpPr>
        <p:spPr>
          <a:xfrm>
            <a:off x="4750308" y="1389888"/>
            <a:ext cx="1344168" cy="457200"/>
          </a:xfrm>
          <a:prstGeom prst="rect">
            <a:avLst/>
          </a:prstGeom>
          <a:solidFill>
            <a:srgbClr val="FEACA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#FEACA7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15" name="Text 13"/>
          <p:cNvSpPr/>
          <p:nvPr/>
        </p:nvSpPr>
        <p:spPr>
          <a:xfrm>
            <a:off x="6126480" y="1389888"/>
            <a:ext cx="1344168" cy="457200"/>
          </a:xfrm>
          <a:prstGeom prst="rect">
            <a:avLst/>
          </a:prstGeom>
          <a:solidFill>
            <a:srgbClr val="FF8783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#FF8783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16" name="Text 14"/>
          <p:cNvSpPr/>
          <p:nvPr/>
        </p:nvSpPr>
        <p:spPr>
          <a:xfrm>
            <a:off x="7502652" y="1389888"/>
            <a:ext cx="1344168" cy="457200"/>
          </a:xfrm>
          <a:prstGeom prst="rect">
            <a:avLst/>
          </a:prstGeom>
          <a:solidFill>
            <a:srgbClr val="FF5B5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#FF5B5E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17" name="Text 15"/>
          <p:cNvSpPr/>
          <p:nvPr/>
        </p:nvSpPr>
        <p:spPr>
          <a:xfrm>
            <a:off x="8951976" y="1389888"/>
            <a:ext cx="3035808" cy="457200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Energy, urgency, critical variance, standout emphasis.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1892808"/>
            <a:ext cx="1554480" cy="457200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Blush Rose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1997964" y="1892808"/>
            <a:ext cx="1344168" cy="457200"/>
          </a:xfrm>
          <a:prstGeom prst="rect">
            <a:avLst/>
          </a:prstGeom>
          <a:solidFill>
            <a:srgbClr val="FFF0F0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#FFF0F0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20" name="Text 18"/>
          <p:cNvSpPr/>
          <p:nvPr/>
        </p:nvSpPr>
        <p:spPr>
          <a:xfrm>
            <a:off x="3374136" y="1892808"/>
            <a:ext cx="1344168" cy="457200"/>
          </a:xfrm>
          <a:prstGeom prst="rect">
            <a:avLst/>
          </a:prstGeom>
          <a:solidFill>
            <a:srgbClr val="FFE5E5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#FFE5E5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21" name="Text 19"/>
          <p:cNvSpPr/>
          <p:nvPr/>
        </p:nvSpPr>
        <p:spPr>
          <a:xfrm>
            <a:off x="4750308" y="1892808"/>
            <a:ext cx="1344168" cy="457200"/>
          </a:xfrm>
          <a:prstGeom prst="rect">
            <a:avLst/>
          </a:prstGeom>
          <a:solidFill>
            <a:srgbClr val="FED6D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#FED6D7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22" name="Text 20"/>
          <p:cNvSpPr/>
          <p:nvPr/>
        </p:nvSpPr>
        <p:spPr>
          <a:xfrm>
            <a:off x="6126480" y="1892808"/>
            <a:ext cx="1344168" cy="457200"/>
          </a:xfrm>
          <a:prstGeom prst="rect">
            <a:avLst/>
          </a:prstGeom>
          <a:solidFill>
            <a:srgbClr val="FEC8C9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#FEC8C9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23" name="Text 21"/>
          <p:cNvSpPr/>
          <p:nvPr/>
        </p:nvSpPr>
        <p:spPr>
          <a:xfrm>
            <a:off x="7502652" y="1892808"/>
            <a:ext cx="1344168" cy="457200"/>
          </a:xfrm>
          <a:prstGeom prst="rect">
            <a:avLst/>
          </a:prstGeom>
          <a:solidFill>
            <a:srgbClr val="FFB9BB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#FFB9BB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24" name="Text 22"/>
          <p:cNvSpPr/>
          <p:nvPr/>
        </p:nvSpPr>
        <p:spPr>
          <a:xfrm>
            <a:off x="8951976" y="1892808"/>
            <a:ext cx="3035808" cy="457200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Human, soft, editorial warmth, secondary emphasis.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1480" y="2395728"/>
            <a:ext cx="1554480" cy="457200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Glacier Sky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1997964" y="2395728"/>
            <a:ext cx="1344168" cy="457200"/>
          </a:xfrm>
          <a:prstGeom prst="rect">
            <a:avLst/>
          </a:prstGeom>
          <a:solidFill>
            <a:srgbClr val="EEF9F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#EEF9FF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27" name="Text 25"/>
          <p:cNvSpPr/>
          <p:nvPr/>
        </p:nvSpPr>
        <p:spPr>
          <a:xfrm>
            <a:off x="3374136" y="2395728"/>
            <a:ext cx="1344168" cy="457200"/>
          </a:xfrm>
          <a:prstGeom prst="rect">
            <a:avLst/>
          </a:prstGeom>
          <a:solidFill>
            <a:srgbClr val="E5F7F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#E5F7FF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28" name="Text 26"/>
          <p:cNvSpPr/>
          <p:nvPr/>
        </p:nvSpPr>
        <p:spPr>
          <a:xfrm>
            <a:off x="4750308" y="2395728"/>
            <a:ext cx="1344168" cy="457200"/>
          </a:xfrm>
          <a:prstGeom prst="rect">
            <a:avLst/>
          </a:prstGeom>
          <a:solidFill>
            <a:srgbClr val="DAF3F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#DAF3FF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29" name="Text 27"/>
          <p:cNvSpPr/>
          <p:nvPr/>
        </p:nvSpPr>
        <p:spPr>
          <a:xfrm>
            <a:off x="6126480" y="2395728"/>
            <a:ext cx="1344168" cy="457200"/>
          </a:xfrm>
          <a:prstGeom prst="rect">
            <a:avLst/>
          </a:prstGeom>
          <a:solidFill>
            <a:srgbClr val="CFF0F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#CFF0FE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30" name="Text 28"/>
          <p:cNvSpPr/>
          <p:nvPr/>
        </p:nvSpPr>
        <p:spPr>
          <a:xfrm>
            <a:off x="7502652" y="2395728"/>
            <a:ext cx="1344168" cy="457200"/>
          </a:xfrm>
          <a:prstGeom prst="rect">
            <a:avLst/>
          </a:prstGeom>
          <a:solidFill>
            <a:srgbClr val="C5ECF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#C5ECFE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31" name="Text 29"/>
          <p:cNvSpPr/>
          <p:nvPr/>
        </p:nvSpPr>
        <p:spPr>
          <a:xfrm>
            <a:off x="8951976" y="2395728"/>
            <a:ext cx="3035808" cy="457200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Clarity, air, analytical support, forecast ranges.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11480" y="2898648"/>
            <a:ext cx="1554480" cy="457200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Tidal Aqua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1997964" y="2898648"/>
            <a:ext cx="1344168" cy="457200"/>
          </a:xfrm>
          <a:prstGeom prst="rect">
            <a:avLst/>
          </a:prstGeom>
          <a:solidFill>
            <a:srgbClr val="DCF9F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#DCF9F7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34" name="Text 32"/>
          <p:cNvSpPr/>
          <p:nvPr/>
        </p:nvSpPr>
        <p:spPr>
          <a:xfrm>
            <a:off x="3374136" y="2898648"/>
            <a:ext cx="1344168" cy="457200"/>
          </a:xfrm>
          <a:prstGeom prst="rect">
            <a:avLst/>
          </a:prstGeom>
          <a:solidFill>
            <a:srgbClr val="C7F1E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#C7F1EF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35" name="Text 33"/>
          <p:cNvSpPr/>
          <p:nvPr/>
        </p:nvSpPr>
        <p:spPr>
          <a:xfrm>
            <a:off x="4750308" y="2898648"/>
            <a:ext cx="1344168" cy="457200"/>
          </a:xfrm>
          <a:prstGeom prst="rect">
            <a:avLst/>
          </a:prstGeom>
          <a:solidFill>
            <a:srgbClr val="ACE6E4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#ACE6E4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36" name="Text 34"/>
          <p:cNvSpPr/>
          <p:nvPr/>
        </p:nvSpPr>
        <p:spPr>
          <a:xfrm>
            <a:off x="6126480" y="2898648"/>
            <a:ext cx="1344168" cy="457200"/>
          </a:xfrm>
          <a:prstGeom prst="rect">
            <a:avLst/>
          </a:prstGeom>
          <a:solidFill>
            <a:srgbClr val="8FDCD9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#8FDCD9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37" name="Text 35"/>
          <p:cNvSpPr/>
          <p:nvPr/>
        </p:nvSpPr>
        <p:spPr>
          <a:xfrm>
            <a:off x="7502652" y="2898648"/>
            <a:ext cx="1344168" cy="457200"/>
          </a:xfrm>
          <a:prstGeom prst="rect">
            <a:avLst/>
          </a:prstGeom>
          <a:solidFill>
            <a:srgbClr val="71D2CF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#71D2CF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38" name="Text 36"/>
          <p:cNvSpPr/>
          <p:nvPr/>
        </p:nvSpPr>
        <p:spPr>
          <a:xfrm>
            <a:off x="8951976" y="2898648"/>
            <a:ext cx="3035808" cy="457200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Progress, innovation, water, completion, positive movement.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11480" y="3401568"/>
            <a:ext cx="1554480" cy="457200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Harbor Teal</a:t>
            </a:r>
            <a:endParaRPr lang="en-US" sz="810" dirty="0"/>
          </a:p>
        </p:txBody>
      </p:sp>
      <p:sp>
        <p:nvSpPr>
          <p:cNvPr id="40" name="Text 38"/>
          <p:cNvSpPr/>
          <p:nvPr/>
        </p:nvSpPr>
        <p:spPr>
          <a:xfrm>
            <a:off x="1997964" y="3401568"/>
            <a:ext cx="1344168" cy="457200"/>
          </a:xfrm>
          <a:prstGeom prst="rect">
            <a:avLst/>
          </a:prstGeom>
          <a:solidFill>
            <a:srgbClr val="D5E3E2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#D5E3E2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41" name="Text 39"/>
          <p:cNvSpPr/>
          <p:nvPr/>
        </p:nvSpPr>
        <p:spPr>
          <a:xfrm>
            <a:off x="3374136" y="3401568"/>
            <a:ext cx="1344168" cy="457200"/>
          </a:xfrm>
          <a:prstGeom prst="rect">
            <a:avLst/>
          </a:prstGeom>
          <a:solidFill>
            <a:srgbClr val="B0C2C2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#B0C2C2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42" name="Text 40"/>
          <p:cNvSpPr/>
          <p:nvPr/>
        </p:nvSpPr>
        <p:spPr>
          <a:xfrm>
            <a:off x="4750308" y="3401568"/>
            <a:ext cx="1344168" cy="457200"/>
          </a:xfrm>
          <a:prstGeom prst="rect">
            <a:avLst/>
          </a:prstGeom>
          <a:solidFill>
            <a:srgbClr val="829B9A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#829B9A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43" name="Text 41"/>
          <p:cNvSpPr/>
          <p:nvPr/>
        </p:nvSpPr>
        <p:spPr>
          <a:xfrm>
            <a:off x="6126480" y="3401568"/>
            <a:ext cx="1344168" cy="457200"/>
          </a:xfrm>
          <a:prstGeom prst="rect">
            <a:avLst/>
          </a:prstGeom>
          <a:solidFill>
            <a:srgbClr val="557574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#557574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</a:t>
            </a:r>
            <a:endParaRPr lang="en-US" sz="610" dirty="0"/>
          </a:p>
        </p:txBody>
      </p:sp>
      <p:sp>
        <p:nvSpPr>
          <p:cNvPr id="44" name="Text 42"/>
          <p:cNvSpPr/>
          <p:nvPr/>
        </p:nvSpPr>
        <p:spPr>
          <a:xfrm>
            <a:off x="7502652" y="3401568"/>
            <a:ext cx="1344168" cy="457200"/>
          </a:xfrm>
          <a:prstGeom prst="rect">
            <a:avLst/>
          </a:prstGeom>
          <a:solidFill>
            <a:srgbClr val="2C5251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#2C5251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</a:t>
            </a:r>
            <a:endParaRPr lang="en-US" sz="610" dirty="0"/>
          </a:p>
        </p:txBody>
      </p:sp>
      <p:sp>
        <p:nvSpPr>
          <p:cNvPr id="45" name="Text 43"/>
          <p:cNvSpPr/>
          <p:nvPr/>
        </p:nvSpPr>
        <p:spPr>
          <a:xfrm>
            <a:off x="8951976" y="3401568"/>
            <a:ext cx="3035808" cy="457200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depth, infrastructure, stability, baseline data.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11480" y="3904488"/>
            <a:ext cx="1554480" cy="457200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Indigo Current</a:t>
            </a:r>
            <a:endParaRPr lang="en-US" sz="810" dirty="0"/>
          </a:p>
        </p:txBody>
      </p:sp>
      <p:sp>
        <p:nvSpPr>
          <p:cNvPr id="47" name="Text 45"/>
          <p:cNvSpPr/>
          <p:nvPr/>
        </p:nvSpPr>
        <p:spPr>
          <a:xfrm>
            <a:off x="1997964" y="3904488"/>
            <a:ext cx="1344168" cy="457200"/>
          </a:xfrm>
          <a:prstGeom prst="rect">
            <a:avLst/>
          </a:prstGeom>
          <a:solidFill>
            <a:srgbClr val="D8DAEA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#D8DAEA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48" name="Text 46"/>
          <p:cNvSpPr/>
          <p:nvPr/>
        </p:nvSpPr>
        <p:spPr>
          <a:xfrm>
            <a:off x="3374136" y="3904488"/>
            <a:ext cx="1344168" cy="457200"/>
          </a:xfrm>
          <a:prstGeom prst="rect">
            <a:avLst/>
          </a:prstGeom>
          <a:solidFill>
            <a:srgbClr val="B0B3C8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#B0B3C8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49" name="Text 47"/>
          <p:cNvSpPr/>
          <p:nvPr/>
        </p:nvSpPr>
        <p:spPr>
          <a:xfrm>
            <a:off x="4750308" y="3904488"/>
            <a:ext cx="1344168" cy="457200"/>
          </a:xfrm>
          <a:prstGeom prst="rect">
            <a:avLst/>
          </a:prstGeom>
          <a:solidFill>
            <a:srgbClr val="8285A1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#8285A1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50" name="Text 48"/>
          <p:cNvSpPr/>
          <p:nvPr/>
        </p:nvSpPr>
        <p:spPr>
          <a:xfrm>
            <a:off x="6126480" y="3904488"/>
            <a:ext cx="1344168" cy="457200"/>
          </a:xfrm>
          <a:prstGeom prst="rect">
            <a:avLst/>
          </a:prstGeom>
          <a:solidFill>
            <a:srgbClr val="53557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#535577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</a:t>
            </a:r>
            <a:endParaRPr lang="en-US" sz="610" dirty="0"/>
          </a:p>
        </p:txBody>
      </p:sp>
      <p:sp>
        <p:nvSpPr>
          <p:cNvPr id="51" name="Text 49"/>
          <p:cNvSpPr/>
          <p:nvPr/>
        </p:nvSpPr>
        <p:spPr>
          <a:xfrm>
            <a:off x="7502652" y="3904488"/>
            <a:ext cx="1344168" cy="457200"/>
          </a:xfrm>
          <a:prstGeom prst="rect">
            <a:avLst/>
          </a:prstGeom>
          <a:solidFill>
            <a:srgbClr val="2C2D52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#2C2D52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</a:t>
            </a:r>
            <a:endParaRPr lang="en-US" sz="610" dirty="0"/>
          </a:p>
        </p:txBody>
      </p:sp>
      <p:sp>
        <p:nvSpPr>
          <p:cNvPr id="52" name="Text 50"/>
          <p:cNvSpPr/>
          <p:nvPr/>
        </p:nvSpPr>
        <p:spPr>
          <a:xfrm>
            <a:off x="8951976" y="3904488"/>
            <a:ext cx="3035808" cy="457200"/>
          </a:xfrm>
          <a:prstGeom prst="rect">
            <a:avLst/>
          </a:prstGeom>
          <a:solidFill>
            <a:srgbClr val="F8F3EA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Authority, system hierarchy, institutional confidence.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11480" y="4407408"/>
            <a:ext cx="1554480" cy="457200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Midnight Ink</a:t>
            </a:r>
            <a:endParaRPr lang="en-US" sz="810" dirty="0"/>
          </a:p>
        </p:txBody>
      </p:sp>
      <p:sp>
        <p:nvSpPr>
          <p:cNvPr id="54" name="Text 52"/>
          <p:cNvSpPr/>
          <p:nvPr/>
        </p:nvSpPr>
        <p:spPr>
          <a:xfrm>
            <a:off x="1997964" y="4407408"/>
            <a:ext cx="1344168" cy="457200"/>
          </a:xfrm>
          <a:prstGeom prst="rect">
            <a:avLst/>
          </a:prstGeom>
          <a:solidFill>
            <a:srgbClr val="D7D7D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#D7D7DE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55" name="Text 53"/>
          <p:cNvSpPr/>
          <p:nvPr/>
        </p:nvSpPr>
        <p:spPr>
          <a:xfrm>
            <a:off x="3374136" y="4407408"/>
            <a:ext cx="1344168" cy="457200"/>
          </a:xfrm>
          <a:prstGeom prst="rect">
            <a:avLst/>
          </a:prstGeom>
          <a:solidFill>
            <a:srgbClr val="ACACB6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#ACACB6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1E1E2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DARK</a:t>
            </a:r>
            <a:endParaRPr lang="en-US" sz="610" dirty="0"/>
          </a:p>
        </p:txBody>
      </p:sp>
      <p:sp>
        <p:nvSpPr>
          <p:cNvPr id="56" name="Text 54"/>
          <p:cNvSpPr/>
          <p:nvPr/>
        </p:nvSpPr>
        <p:spPr>
          <a:xfrm>
            <a:off x="4750308" y="4407408"/>
            <a:ext cx="1344168" cy="457200"/>
          </a:xfrm>
          <a:prstGeom prst="rect">
            <a:avLst/>
          </a:prstGeom>
          <a:solidFill>
            <a:srgbClr val="737381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#737381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</a:t>
            </a:r>
            <a:endParaRPr lang="en-US" sz="610" dirty="0"/>
          </a:p>
        </p:txBody>
      </p:sp>
      <p:sp>
        <p:nvSpPr>
          <p:cNvPr id="57" name="Text 55"/>
          <p:cNvSpPr/>
          <p:nvPr/>
        </p:nvSpPr>
        <p:spPr>
          <a:xfrm>
            <a:off x="6126480" y="4407408"/>
            <a:ext cx="1344168" cy="457200"/>
          </a:xfrm>
          <a:prstGeom prst="rect">
            <a:avLst/>
          </a:prstGeom>
          <a:solidFill>
            <a:srgbClr val="474857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#474857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</a:t>
            </a:r>
            <a:endParaRPr lang="en-US" sz="610" dirty="0"/>
          </a:p>
        </p:txBody>
      </p:sp>
      <p:sp>
        <p:nvSpPr>
          <p:cNvPr id="58" name="Text 56"/>
          <p:cNvSpPr/>
          <p:nvPr/>
        </p:nvSpPr>
        <p:spPr>
          <a:xfrm>
            <a:off x="7502652" y="4407408"/>
            <a:ext cx="1344168" cy="457200"/>
          </a:xfrm>
          <a:prstGeom prst="rect">
            <a:avLst/>
          </a:prstGeom>
          <a:solidFill>
            <a:srgbClr val="1E1E2E"/>
          </a:solidFill>
          <a:ln w="8890">
            <a:solidFill>
              <a:srgbClr val="F3EFE7">
                <a:alpha val="7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#1E1E2E</a:t>
            </a:r>
            <a:endParaRPr lang="en-US" sz="610" dirty="0"/>
          </a:p>
          <a:p>
            <a:pPr marL="0" indent="0">
              <a:buNone/>
            </a:pPr>
            <a:r>
              <a:rPr lang="en-US" sz="61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LIGHT</a:t>
            </a:r>
            <a:endParaRPr lang="en-US" sz="610" dirty="0"/>
          </a:p>
        </p:txBody>
      </p:sp>
      <p:sp>
        <p:nvSpPr>
          <p:cNvPr id="59" name="Text 57"/>
          <p:cNvSpPr/>
          <p:nvPr/>
        </p:nvSpPr>
        <p:spPr>
          <a:xfrm>
            <a:off x="8951976" y="4407408"/>
            <a:ext cx="3035808" cy="457200"/>
          </a:xfrm>
          <a:prstGeom prst="rect">
            <a:avLst/>
          </a:prstGeom>
          <a:solidFill>
            <a:srgbClr val="EEE8DE"/>
          </a:solidFill>
          <a:ln w="8890">
            <a:solidFill>
              <a:srgbClr val="F3EFE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E1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Typography, axes, outlines, premium depth, final anchor.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02920" y="5650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E5B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USAGE NOTE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02920" y="59070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5E5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HEX values for digital/screen outputs. For print, convert with color-managed proofing; bright coral, aqua, and sky tints can shift in CMYK.</a:t>
            </a:r>
            <a:endParaRPr lang="en-US" sz="114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660" kern="1200">
                <a:solidFill>
                  <a:srgbClr val="5E5B60"/>
                </a:solidFill>
                <a:latin typeface="Aptos Mono"/>
                <a:ea typeface="Aptos Mono"/>
                <a:cs typeface="Aptos Mon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11044</TotalTime>
  <Words>3836</Words>
  <Application>Microsoft Office PowerPoint</Application>
  <PresentationFormat>Widescreen</PresentationFormat>
  <Paragraphs>1121</Paragraphs>
  <Slides>48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63" baseType="lpstr">
      <vt:lpstr>Aptos</vt:lpstr>
      <vt:lpstr>Aptos Display</vt:lpstr>
      <vt:lpstr>Aptos Mono</vt:lpstr>
      <vt:lpstr>Arial</vt:lpstr>
      <vt:lpstr>Calibri</vt:lpstr>
      <vt:lpstr>Consolas</vt:lpstr>
      <vt:lpstr>Gotham</vt:lpstr>
      <vt:lpstr>Gotham Black</vt:lpstr>
      <vt:lpstr>Hanken Grotesk</vt:lpstr>
      <vt:lpstr>IBM Plex Mono</vt:lpstr>
      <vt:lpstr>Lora</vt:lpstr>
      <vt:lpstr>Newsreader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travo · Service Catalogue &amp; Methodology</dc:title>
  <dc:subject>PptxGenJS Presentation</dc:subject>
  <dc:creator>travo</dc:creator>
  <cp:lastModifiedBy>Karim Karam</cp:lastModifiedBy>
  <cp:revision>5</cp:revision>
  <dcterms:created xsi:type="dcterms:W3CDTF">2026-05-16T21:27:48Z</dcterms:created>
  <dcterms:modified xsi:type="dcterms:W3CDTF">2026-07-21T23:23:43Z</dcterms:modified>
</cp:coreProperties>
</file>